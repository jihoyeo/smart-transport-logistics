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6"/>
    <p:sldId id="265" r:id="rId5"/>
    <p:sldId id="266" r:id="rId4"/>
    <p:sldId id="267" r:id="rId3"/>
    <p:sldId id="268" r:id="rId2"/>
    <p:sldId id="269" r:id="rId20"/>
    <p:sldId id="270" r:id="rId21"/>
    <p:sldId id="271" r:id="rId22"/>
    <p:sldId id="272" r:id="rId23"/>
    <p:sldId id="273" r:id="rId24"/>
    <p:sldId id="274" r:id="rId25"/>
    <p:sldId id="275" r:id="rId26"/>
    <p:sldId id="276" r:id="rId27"/>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3.xml"/><Relationship Id="rId3" Type="http://schemas.openxmlformats.org/officeDocument/2006/relationships/slide" Target="slides/slide12.xml"/><Relationship Id="rId4" Type="http://schemas.openxmlformats.org/officeDocument/2006/relationships/slide" Target="slides/slide11.xml"/><Relationship Id="rId5" Type="http://schemas.openxmlformats.org/officeDocument/2006/relationships/slide" Target="slides/slide10.xml"/><Relationship Id="rId6" Type="http://schemas.openxmlformats.org/officeDocument/2006/relationships/slide" Target="slides/slide9.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목차는 표입니다. 섹션 수가 바뀌면 행을 삽입/삭제하세요.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 1장 도입부. 세 번째 질문에 답해야 앞의 두 개를 정할 수 있다는 점을 말로 설명하고 시작한다.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 1장 학습 목표와 같다. 네 가지에 각각 답이 나왔는지 마지막 정리 슬라이드에서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12장에서 지표를 정리할 때 이 세 관점이 다시 나온다. 이 과목이 만드는 것은 결국 이 표의 오른쪽 열에 들어갈 숫자다.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도로망에 차량과 승객을 배치하고 시간을 1분씩 진행시키면서 전부 기록한다. 차량 수만 변경해 다시 실행하면 같은 수요와 같은 도로망에서 두 조건의 평균 대기시간을 비교할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VISSIM 화면은 교재 그림으로 함께 본다. 화면 전체가 교차로 하나다. SUMO는 TraCI로 파이썬 제어가 되어 우리 목적에 가장 가깝지만, 기본 단위가 여전히 차로 위의 차량이라 차로 변경 모형까지 계산하는 비용이 우리에게는 필요 없다.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직접 만든다고 해서 전부 새로 만드는 것은 아니다. 이 슬라이드가 학기 전체의 분업표에 해당한다.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 1.3에서 sim.passengers의 대기시간 분위수를 직접 뽑는다. 평균과 분포를 함께 보는 습관이 이 과목 전체에 걸쳐 반복된다.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질문에 답하려면 같은 저녁을 40대로 다시 실행해야 한다. 실제 운영에서는 불가능하고 시뮬레이터에서는 인자 하나만 변경하면 된다. 다만 교재 녹화본에는 80대 결과만 있어서 40대로 실행하려면 DTUMOS 서버가 필요하다(부록 B). 11장에서 직접 짠 루프로 답한다.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 ETA 모델이 왜 필요한지가 처음에는 잘 안 보인다. 배차는 어느 차가 가장 빨리 도착하는지를 알아야 하고 그 값이 ETA다. 직선거리로 어림하면 강을 건너야 하는 차를 가깝다고 고른다. 3장에서 도로망 최단경로로, 9장에서 통행 기록으로 학습한 모델로 구한다.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매주 어느 부분을 만들고 있는지 이 표로 확인시킨다. Vehicle Relocation은 이 책에서 다루지 않는다. 빈 차를 수요가 많은 곳으로 미리 옮기는 문제인데 배차와 수요 예측을 둘 다 알아야 손댈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 네 가지에 각각 답이 나왔는지 확인한다. 마지막 항목이 다음 시간으로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더 읽을거리는 교재 1장 끝에 있다. Lopez et al.(2018)은 TraCI 부분만, Horni et al.(2016)은 MATSim의 다른 접근을 본다.</a:t>
            </a:r>
          </a:p>
        </p:txBody>
      </p:sp>
      <p:sp>
        <p:nvSpPr>
          <p:cNvPr id="4" name="Slide Number Placeholder 3"/>
          <p:cNvSpPr>
            <a:spLocks noGrp="1"/>
          </p:cNvSpPr>
          <p:nvPr>
            <p:ph type="sldNum" idx="5" sz="quarter"/>
          </p:nvPr>
        </p:nvSpPr>
        <p:spPr/>
      </p:sp>
    </p:spTree>
  </p:cSld>
  <p:clrMapOvr>
    <a:masterClrMapping/>
  </p:clrMapOvr>
</p:note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2.xml><?xml version="1.0" encoding="utf-8"?>
<p:sldLayout xmlns:a="http://schemas.openxmlformats.org/drawingml/2006/main" xmlns:r="http://schemas.openxmlformats.org/officeDocument/2006/relationships" xmlns:p="http://schemas.openxmlformats.org/presentationml/2006/main" preserve="1">
  <p:cSld name="표지">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40080"/>
            <a:ext cx="2377440" cy="365760"/>
          </a:xfrm>
          <a:prstGeom prst="roundRect">
            <a:avLst>
              <a:gd name="adj" fmla="val 50000"/>
            </a:avLst>
          </a:prstGeom>
          <a:solidFill>
            <a:srgbClr val="EFEFEF"/>
          </a:solidFill>
          <a:ln/>
        </p:spPr>
        <p:txBody>
          <a:bodyPr wrap="square" lIns="0" tIns="0" rIns="0" bIns="0" rtlCol="0" anchor="ctr">
            <a:noAutofit/>
          </a:bodyPr>
          <a:lstStyle>
            <a:lvl1pPr algn="ctr" indent="0" marL="0">
              <a:buNone/>
              <a:defRPr lang="en-US" sz="1100" dirty="0">
                <a:solidFill>
                  <a:srgbClr val="000000"/>
                </a:solidFill>
                <a:latin typeface="Pretendard Medium" pitchFamily="34" charset="0"/>
                <a:ea typeface="Pretendard Medium" pitchFamily="34" charset="-122"/>
                <a:cs typeface="Pretendard Medium" pitchFamily="34" charset="-120"/>
              </a:defRPr>
            </a:lvl1pPr>
          </a:lstStyle>
          <a:p>
            <a:pPr algn="ctr" indent="0" marL="0">
              <a:buNone/>
            </a:pPr>
            <a:r>
              <a:rPr lang="en-US" sz="1100" dirty="0">
                <a:solidFill>
                  <a:srgbClr val="000000"/>
                </a:solidFill>
                <a:latin typeface="Pretendard Medium" pitchFamily="34" charset="0"/>
                <a:ea typeface="Pretendard Medium" pitchFamily="34" charset="-122"/>
                <a:cs typeface="Pretendard Medium" pitchFamily="34" charset="-120"/>
              </a:rPr>
              <a:t>과목 코드 · 과목명</a:t>
            </a:r>
            <a:endParaRPr lang="en-US" sz="1100" dirty="0"/>
          </a:p>
        </p:txBody>
      </p:sp>
      <p:sp>
        <p:nvSpPr>
          <p:cNvPr id="3" name="Text 0"/>
          <p:cNvSpPr/>
          <p:nvPr>
            <p:ph idx="101" type="body" hasCustomPrompt="1"/>
          </p:nvPr>
        </p:nvSpPr>
        <p:spPr>
          <a:xfrm>
            <a:off x="685800" y="1965960"/>
            <a:ext cx="5486400" cy="411480"/>
          </a:xfrm>
          <a:prstGeom prst="rect">
            <a:avLst/>
          </a:prstGeom>
          <a:noFill/>
          <a:ln/>
        </p:spPr>
        <p:txBody>
          <a:bodyPr wrap="square" lIns="0" tIns="0" rIns="0" bIns="0" rtlCol="0" anchor="t">
            <a:noAutofit/>
          </a:bodyPr>
          <a:lstStyle>
            <a:lvl1pPr algn="l" indent="0" marL="0">
              <a:buNone/>
              <a:defRPr lang="en-US" sz="1800" dirty="0">
                <a:solidFill>
                  <a:srgbClr val="AFAFAF"/>
                </a:solidFill>
                <a:latin typeface="Pretendard Medium" pitchFamily="34" charset="0"/>
                <a:ea typeface="Pretendard Medium" pitchFamily="34" charset="-122"/>
                <a:cs typeface="Pretendard Medium" pitchFamily="34" charset="-120"/>
              </a:defRPr>
            </a:lvl1pPr>
          </a:lstStyle>
          <a:p>
            <a:pPr indent="0" marL="0">
              <a:buNone/>
            </a:pPr>
            <a:r>
              <a:rPr lang="en-US" sz="1800" dirty="0">
                <a:solidFill>
                  <a:srgbClr val="AFAFAF"/>
                </a:solidFill>
                <a:latin typeface="Pretendard Medium" pitchFamily="34" charset="0"/>
                <a:ea typeface="Pretendard Medium" pitchFamily="34" charset="-122"/>
                <a:cs typeface="Pretendard Medium" pitchFamily="34" charset="-120"/>
              </a:rPr>
              <a:t>N주차</a:t>
            </a:r>
            <a:endParaRPr lang="en-US" sz="1800" dirty="0"/>
          </a:p>
        </p:txBody>
      </p:sp>
      <p:sp>
        <p:nvSpPr>
          <p:cNvPr id="4" name="Text 0"/>
          <p:cNvSpPr/>
          <p:nvPr>
            <p:ph idx="102" type="title" hasCustomPrompt="1"/>
          </p:nvPr>
        </p:nvSpPr>
        <p:spPr>
          <a:xfrm>
            <a:off x="685800" y="2377440"/>
            <a:ext cx="10515600" cy="1097280"/>
          </a:xfrm>
          <a:prstGeom prst="rect">
            <a:avLst/>
          </a:prstGeom>
          <a:noFill/>
          <a:ln/>
        </p:spPr>
        <p:txBody>
          <a:bodyPr wrap="square" lIns="0" tIns="0" rIns="0" bIns="0" rtlCol="0" anchor="ctr">
            <a:noAutofit/>
          </a:bodyPr>
          <a:lstStyle>
            <a:lvl1pPr algn="l" indent="0" marL="0">
              <a:buNone/>
              <a:defRPr lang="en-US" sz="5200" dirty="0">
                <a:solidFill>
                  <a:srgbClr val="000000"/>
                </a:solidFill>
                <a:latin typeface="Pretendard ExtraBold" pitchFamily="34" charset="0"/>
                <a:ea typeface="Pretendard ExtraBold" pitchFamily="34" charset="-122"/>
                <a:cs typeface="Pretendard ExtraBold" pitchFamily="34" charset="-120"/>
              </a:defRPr>
            </a:lvl1pPr>
          </a:lstStyle>
          <a:p>
            <a:pPr indent="0" marL="0">
              <a:buNone/>
            </a:pPr>
            <a:r>
              <a:rPr lang="en-US" sz="5200" dirty="0">
                <a:solidFill>
                  <a:srgbClr val="000000"/>
                </a:solidFill>
                <a:latin typeface="Pretendard ExtraBold" pitchFamily="34" charset="0"/>
                <a:ea typeface="Pretendard ExtraBold" pitchFamily="34" charset="-122"/>
                <a:cs typeface="Pretendard ExtraBold" pitchFamily="34" charset="-120"/>
              </a:rPr>
              <a:t>강의 제목</a:t>
            </a:r>
            <a:endParaRPr lang="en-US" sz="5200" dirty="0"/>
          </a:p>
        </p:txBody>
      </p:sp>
      <p:sp>
        <p:nvSpPr>
          <p:cNvPr id="5" name="Text 0"/>
          <p:cNvSpPr/>
          <p:nvPr>
            <p:ph idx="103" type="body" hasCustomPrompt="1"/>
          </p:nvPr>
        </p:nvSpPr>
        <p:spPr>
          <a:xfrm>
            <a:off x="685800" y="3474720"/>
            <a:ext cx="10058400" cy="548640"/>
          </a:xfrm>
          <a:prstGeom prst="rect">
            <a:avLst/>
          </a:prstGeom>
          <a:noFill/>
          <a:ln/>
        </p:spPr>
        <p:txBody>
          <a:bodyPr wrap="square" lIns="0" tIns="0" rIns="0" bIns="0" rtlCol="0" anchor="t">
            <a:noAutofit/>
          </a:bodyPr>
          <a:lstStyle>
            <a:lvl1pPr algn="l" indent="0" marL="0">
              <a:buNone/>
              <a:defRPr lang="en-US" sz="2200" dirty="0">
                <a:solidFill>
                  <a:srgbClr val="000000"/>
                </a:solidFill>
                <a:latin typeface="Pretendard ExtraLight" pitchFamily="34" charset="0"/>
                <a:ea typeface="Pretendard ExtraLight" pitchFamily="34" charset="-122"/>
                <a:cs typeface="Pretendard ExtraLight" pitchFamily="34" charset="-120"/>
              </a:defRPr>
            </a:lvl1pPr>
          </a:lstStyle>
          <a:p>
            <a:pPr indent="0" marL="0">
              <a:buNone/>
            </a:pPr>
            <a:r>
              <a:rPr lang="en-US" sz="2200" dirty="0">
                <a:solidFill>
                  <a:srgbClr val="000000"/>
                </a:solidFill>
                <a:latin typeface="Pretendard ExtraLight" pitchFamily="34" charset="0"/>
                <a:ea typeface="Pretendard ExtraLight" pitchFamily="34" charset="-122"/>
                <a:cs typeface="Pretendard ExtraLight" pitchFamily="34" charset="-120"/>
              </a:rPr>
              <a:t>부제</a:t>
            </a:r>
            <a:endParaRPr lang="en-US" sz="2200" dirty="0"/>
          </a:p>
        </p:txBody>
      </p:sp>
      <p:sp>
        <p:nvSpPr>
          <p:cNvPr id="6" name="Text 0"/>
          <p:cNvSpPr/>
          <p:nvPr>
            <p:ph idx="104" type="body" hasCustomPrompt="1"/>
          </p:nvPr>
        </p:nvSpPr>
        <p:spPr>
          <a:xfrm>
            <a:off x="685800" y="5577840"/>
            <a:ext cx="6400800" cy="320040"/>
          </a:xfrm>
          <a:prstGeom prst="rect">
            <a:avLst/>
          </a:prstGeom>
          <a:noFill/>
          <a:ln/>
        </p:spPr>
        <p:txBody>
          <a:bodyPr wrap="square" lIns="0" tIns="0" rIns="0" bIns="0" rtlCol="0" anchor="t">
            <a:noAutofit/>
          </a:bodyPr>
          <a:lstStyle>
            <a:lvl1pPr algn="l" indent="0" marL="0">
              <a:buNone/>
              <a:defRPr lang="en-US" sz="1400" dirty="0">
                <a:solidFill>
                  <a:srgbClr val="000000"/>
                </a:solidFill>
                <a:latin typeface="Pretendard Medium" pitchFamily="34" charset="0"/>
                <a:ea typeface="Pretendard Medium" pitchFamily="34" charset="-122"/>
                <a:cs typeface="Pretendard Medium" pitchFamily="34" charset="-120"/>
              </a:defRPr>
            </a:lvl1pPr>
          </a:lstStyle>
          <a:p>
            <a:pPr indent="0" marL="0">
              <a:buNone/>
            </a:pPr>
            <a:r>
              <a:rPr lang="en-US" sz="1400" dirty="0">
                <a:solidFill>
                  <a:srgbClr val="000000"/>
                </a:solidFill>
                <a:latin typeface="Pretendard Medium" pitchFamily="34" charset="0"/>
                <a:ea typeface="Pretendard Medium" pitchFamily="34" charset="-122"/>
                <a:cs typeface="Pretendard Medium" pitchFamily="34" charset="-120"/>
              </a:rPr>
              <a:t>이름 · 소속</a:t>
            </a:r>
            <a:endParaRPr lang="en-US" sz="1400" dirty="0"/>
          </a:p>
        </p:txBody>
      </p:sp>
      <p:sp>
        <p:nvSpPr>
          <p:cNvPr id="7" name="Text 0"/>
          <p:cNvSpPr/>
          <p:nvPr>
            <p:ph idx="105" type="body" hasCustomPrompt="1"/>
          </p:nvPr>
        </p:nvSpPr>
        <p:spPr>
          <a:xfrm>
            <a:off x="685800" y="5897880"/>
            <a:ext cx="6400800" cy="320040"/>
          </a:xfrm>
          <a:prstGeom prst="rect">
            <a:avLst/>
          </a:prstGeom>
          <a:noFill/>
          <a:ln/>
        </p:spPr>
        <p:txBody>
          <a:bodyPr wrap="square" lIns="0" tIns="0" rIns="0" bIns="0" rtlCol="0" anchor="t">
            <a:noAutofit/>
          </a:bodyPr>
          <a:lstStyle>
            <a:lvl1pPr algn="l" indent="0" marL="0">
              <a:buNone/>
              <a:defRPr lang="en-US" sz="1400" dirty="0">
                <a:solidFill>
                  <a:srgbClr val="AFAFAF"/>
                </a:solidFill>
                <a:latin typeface="Pretendard Medium" pitchFamily="34" charset="0"/>
                <a:ea typeface="Pretendard Medium" pitchFamily="34" charset="-122"/>
                <a:cs typeface="Pretendard Medium" pitchFamily="34" charset="-120"/>
              </a:defRPr>
            </a:lvl1pPr>
          </a:lstStyle>
          <a:p>
            <a:pPr indent="0" marL="0">
              <a:buNone/>
            </a:pPr>
            <a:r>
              <a:rPr lang="en-US" sz="1400" dirty="0">
                <a:solidFill>
                  <a:srgbClr val="AFAFAF"/>
                </a:solidFill>
                <a:latin typeface="Pretendard Medium" pitchFamily="34" charset="0"/>
                <a:ea typeface="Pretendard Medium" pitchFamily="34" charset="-122"/>
                <a:cs typeface="Pretendard Medium" pitchFamily="34" charset="-120"/>
              </a:rPr>
              <a:t>날짜</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섹션">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1371600"/>
            <a:ext cx="4572000" cy="2011680"/>
          </a:xfrm>
          <a:prstGeom prst="rect">
            <a:avLst/>
          </a:prstGeom>
          <a:noFill/>
          <a:ln/>
        </p:spPr>
        <p:txBody>
          <a:bodyPr wrap="square" lIns="0" tIns="0" rIns="0" bIns="0" rtlCol="0" anchor="b">
            <a:noAutofit/>
          </a:bodyPr>
          <a:lstStyle>
            <a:lvl1pPr algn="l" indent="0" marL="0">
              <a:buNone/>
              <a:defRPr lang="en-US" sz="12000" dirty="0">
                <a:solidFill>
                  <a:srgbClr val="AFAFAF"/>
                </a:solidFill>
                <a:latin typeface="Pretendard ExtraLight" pitchFamily="34" charset="0"/>
                <a:ea typeface="Pretendard ExtraLight" pitchFamily="34" charset="-122"/>
                <a:cs typeface="Pretendard ExtraLight" pitchFamily="34" charset="-120"/>
              </a:defRPr>
            </a:lvl1pPr>
          </a:lstStyle>
          <a:p>
            <a:pPr indent="0" marL="0">
              <a:buNone/>
            </a:pPr>
            <a:r>
              <a:rPr lang="en-US" sz="12000" dirty="0">
                <a:solidFill>
                  <a:srgbClr val="AFAFAF"/>
                </a:solidFill>
                <a:latin typeface="Pretendard ExtraLight" pitchFamily="34" charset="0"/>
                <a:ea typeface="Pretendard ExtraLight" pitchFamily="34" charset="-122"/>
                <a:cs typeface="Pretendard ExtraLight" pitchFamily="34" charset="-120"/>
              </a:rPr>
              <a:t>01</a:t>
            </a:r>
            <a:endParaRPr lang="en-US" sz="12000" dirty="0"/>
          </a:p>
        </p:txBody>
      </p:sp>
      <p:sp>
        <p:nvSpPr>
          <p:cNvPr id="3" name="Text 0"/>
          <p:cNvSpPr/>
          <p:nvPr>
            <p:ph idx="101" type="title" hasCustomPrompt="1"/>
          </p:nvPr>
        </p:nvSpPr>
        <p:spPr>
          <a:xfrm>
            <a:off x="685800" y="3520440"/>
            <a:ext cx="5486400" cy="822960"/>
          </a:xfrm>
          <a:prstGeom prst="rect">
            <a:avLst/>
          </a:prstGeom>
          <a:noFill/>
          <a:ln/>
        </p:spPr>
        <p:txBody>
          <a:bodyPr wrap="square" lIns="0" tIns="0" rIns="0" bIns="0" rtlCol="0" anchor="t">
            <a:noAutofit/>
          </a:bodyPr>
          <a:lstStyle>
            <a:lvl1pPr algn="l" indent="0" marL="0">
              <a:buNone/>
              <a:defRPr lang="en-US" sz="4400" dirty="0">
                <a:solidFill>
                  <a:srgbClr val="000000"/>
                </a:solidFill>
                <a:latin typeface="Pretendard ExtraBold" pitchFamily="34" charset="0"/>
                <a:ea typeface="Pretendard ExtraBold" pitchFamily="34" charset="-122"/>
                <a:cs typeface="Pretendard ExtraBold" pitchFamily="34" charset="-120"/>
              </a:defRPr>
            </a:lvl1pPr>
          </a:lstStyle>
          <a:p>
            <a:pPr indent="0" marL="0">
              <a:buNone/>
            </a:pPr>
            <a:r>
              <a:rPr lang="en-US" sz="4400" dirty="0">
                <a:solidFill>
                  <a:srgbClr val="000000"/>
                </a:solidFill>
                <a:latin typeface="Pretendard ExtraBold" pitchFamily="34" charset="0"/>
                <a:ea typeface="Pretendard ExtraBold" pitchFamily="34" charset="-122"/>
                <a:cs typeface="Pretendard ExtraBold" pitchFamily="34" charset="-120"/>
              </a:rPr>
              <a:t>섹션 이름</a:t>
            </a:r>
            <a:endParaRPr lang="en-US" sz="4400" dirty="0"/>
          </a:p>
        </p:txBody>
      </p:sp>
      <p:sp>
        <p:nvSpPr>
          <p:cNvPr id="4" name="Text 0"/>
          <p:cNvSpPr/>
          <p:nvPr>
            <p:ph idx="102" type="body" hasCustomPrompt="1"/>
          </p:nvPr>
        </p:nvSpPr>
        <p:spPr>
          <a:xfrm>
            <a:off x="6949440" y="3611880"/>
            <a:ext cx="4572000" cy="2194560"/>
          </a:xfrm>
          <a:prstGeom prst="rect">
            <a:avLst/>
          </a:prstGeom>
          <a:noFill/>
          <a:ln/>
        </p:spPr>
        <p:txBody>
          <a:bodyPr wrap="square" lIns="0" tIns="0" rIns="0" bIns="0" rtlCol="0" anchor="t">
            <a:noAutofit/>
          </a:bodyPr>
          <a:lstStyle>
            <a:lvl1pPr algn="l" indent="0" marL="0">
              <a:buNone/>
              <a:defRPr lang="en-US" sz="1600" dirty="0">
                <a:solidFill>
                  <a:srgbClr val="000000"/>
                </a:solidFill>
                <a:latin typeface="Pretendard Medium" pitchFamily="34" charset="0"/>
                <a:ea typeface="Pretendard Medium" pitchFamily="34" charset="-122"/>
                <a:cs typeface="Pretendard Medium" pitchFamily="34" charset="-120"/>
              </a:defRPr>
            </a:lvl1pPr>
          </a:lstStyle>
          <a:p>
            <a:pPr indent="0" marL="0">
              <a:buNone/>
            </a:pPr>
            <a:r>
              <a:rPr lang="en-US" sz="1600" dirty="0">
                <a:solidFill>
                  <a:srgbClr val="000000"/>
                </a:solidFill>
                <a:latin typeface="Pretendard Medium" pitchFamily="34" charset="0"/>
                <a:ea typeface="Pretendard Medium" pitchFamily="34" charset="-122"/>
                <a:cs typeface="Pretendard Medium" pitchFamily="34" charset="-120"/>
              </a:rPr>
              <a:t>1.1 하위 섹션</a:t>
            </a:r>
            <a:endParaRPr lang="en-US" sz="1600" dirty="0"/>
          </a:p>
        </p:txBody>
      </p:sp>
      <p:sp>
        <p:nvSpPr>
          <p:cNvPr id="5" name="Text 0"/>
          <p:cNvSpPr/>
          <p:nvPr/>
        </p:nvSpPr>
        <p:spPr>
          <a:xfrm>
            <a:off x="685800" y="6355080"/>
            <a:ext cx="5486400" cy="274320"/>
          </a:xfrm>
          <a:prstGeom prst="rect">
            <a:avLst/>
          </a:prstGeom>
          <a:noFill/>
          <a:ln/>
        </p:spPr>
        <p:txBody>
          <a:bodyPr wrap="square" lIns="0" tIns="0" rIns="0" bIns="0" rtlCol="0" anchor="ctr"/>
          <a:lstStyle/>
          <a:p>
            <a:pPr indent="0" marL="0">
              <a:buNone/>
            </a:pPr>
            <a:r>
              <a:rPr lang="en-US" sz="1000" dirty="0">
                <a:solidFill>
                  <a:srgbClr val="AFAFAF"/>
                </a:solidFill>
                <a:latin typeface="Pretendard Medium" pitchFamily="34" charset="0"/>
                <a:ea typeface="Pretendard Medium" pitchFamily="34" charset="-122"/>
                <a:cs typeface="Pretendard Medium" pitchFamily="34" charset="-120"/>
              </a:rPr>
              <a:t>스마트 교통물류 · 2026-2 · 교재 1장</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본문">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502920"/>
            <a:ext cx="8595360" cy="685800"/>
          </a:xfrm>
          <a:prstGeom prst="rect">
            <a:avLst/>
          </a:prstGeom>
          <a:noFill/>
          <a:ln/>
        </p:spPr>
        <p:txBody>
          <a:bodyPr wrap="square" lIns="0" tIns="0" rIns="0" bIns="0" rtlCol="0" anchor="ctr">
            <a:noAutofit/>
          </a:bodyPr>
          <a:lstStyle>
            <a:lvl1pPr algn="l" indent="0" marL="0">
              <a:buNone/>
              <a:defRPr lang="en-US" sz="2800" b="1" dirty="0">
                <a:solidFill>
                  <a:srgbClr val="000000"/>
                </a:solidFill>
                <a:latin typeface="Pretendard" pitchFamily="34" charset="0"/>
                <a:ea typeface="Pretendard" pitchFamily="34" charset="-122"/>
                <a:cs typeface="Pretendard" pitchFamily="34" charset="-120"/>
              </a:defRPr>
            </a:lvl1pPr>
          </a:lstStyle>
          <a:p>
            <a:pPr indent="0" marL="0">
              <a:buNone/>
            </a:pPr>
            <a:r>
              <a:rPr lang="en-US" sz="2800" b="1" dirty="0">
                <a:solidFill>
                  <a:srgbClr val="000000"/>
                </a:solidFill>
                <a:latin typeface="Pretendard" pitchFamily="34" charset="0"/>
                <a:ea typeface="Pretendard" pitchFamily="34" charset="-122"/>
                <a:cs typeface="Pretendard" pitchFamily="34" charset="-120"/>
              </a:rPr>
              <a:t>1.1 슬라이드 제목</a:t>
            </a:r>
            <a:endParaRPr lang="en-US" sz="2800" dirty="0"/>
          </a:p>
        </p:txBody>
      </p:sp>
      <p:sp>
        <p:nvSpPr>
          <p:cNvPr id="3" name="Text 0"/>
          <p:cNvSpPr/>
          <p:nvPr>
            <p:ph idx="101" type="body" hasCustomPrompt="1"/>
          </p:nvPr>
        </p:nvSpPr>
        <p:spPr>
          <a:xfrm>
            <a:off x="9677095" y="667512"/>
            <a:ext cx="1828800" cy="365760"/>
          </a:xfrm>
          <a:prstGeom prst="roundRect">
            <a:avLst>
              <a:gd name="adj" fmla="val 50000"/>
            </a:avLst>
          </a:prstGeom>
          <a:solidFill>
            <a:srgbClr val="EFEFEF"/>
          </a:solidFill>
          <a:ln/>
        </p:spPr>
        <p:txBody>
          <a:bodyPr wrap="square" lIns="0" tIns="0" rIns="0" bIns="0" rtlCol="0" anchor="ctr">
            <a:noAutofit/>
          </a:bodyPr>
          <a:lstStyle>
            <a:lvl1pPr algn="ctr" indent="0" marL="0">
              <a:buNone/>
              <a:defRPr lang="en-US" sz="1100" dirty="0">
                <a:solidFill>
                  <a:srgbClr val="000000"/>
                </a:solidFill>
                <a:latin typeface="Pretendard Medium" pitchFamily="34" charset="0"/>
                <a:ea typeface="Pretendard Medium" pitchFamily="34" charset="-122"/>
                <a:cs typeface="Pretendard Medium" pitchFamily="34" charset="-120"/>
              </a:defRPr>
            </a:lvl1pPr>
          </a:lstStyle>
          <a:p>
            <a:pPr algn="ctr" indent="0" marL="0">
              <a:buNone/>
            </a:pPr>
            <a:r>
              <a:rPr lang="en-US" sz="1100" dirty="0">
                <a:solidFill>
                  <a:srgbClr val="000000"/>
                </a:solidFill>
                <a:latin typeface="Pretendard Medium" pitchFamily="34" charset="0"/>
                <a:ea typeface="Pretendard Medium" pitchFamily="34" charset="-122"/>
                <a:cs typeface="Pretendard Medium" pitchFamily="34" charset="-120"/>
              </a:rPr>
              <a:t>1. 섹션</a:t>
            </a:r>
            <a:endParaRPr lang="en-US" sz="1100" dirty="0"/>
          </a:p>
        </p:txBody>
      </p:sp>
      <p:sp>
        <p:nvSpPr>
          <p:cNvPr id="4" name="Text 0"/>
          <p:cNvSpPr/>
          <p:nvPr>
            <p:ph idx="102" type="body" hasCustomPrompt="1"/>
          </p:nvPr>
        </p:nvSpPr>
        <p:spPr>
          <a:xfrm>
            <a:off x="685800" y="1417320"/>
            <a:ext cx="10820095" cy="4663440"/>
          </a:xfrm>
          <a:prstGeom prst="rect">
            <a:avLst/>
          </a:prstGeom>
          <a:noFill/>
          <a:ln/>
        </p:spPr>
        <p:txBody>
          <a:bodyPr wrap="square" lIns="0" tIns="0" rIns="0" bIns="0" rtlCol="0" anchor="t">
            <a:noAutofit/>
          </a:bodyPr>
          <a:lstStyle>
            <a:lvl1pPr algn="l" marL="228600" indent="-228600">
              <a:lnSpc>
                <a:spcPct val="115000"/>
              </a:lnSpc>
              <a:spcAft>
                <a:spcPts val="1000"/>
              </a:spcAft>
              <a:buClr>
                <a:srgbClr val="000000"/>
              </a:buClr>
              <a:buFont typeface="Arial"/>
              <a:buChar char="•"/>
              <a:defRPr sz="1600">
                <a:solidFill>
                  <a:srgbClr val="000000"/>
                </a:solidFill>
                <a:latin typeface="Pretendard Medium"/>
                <a:ea typeface="Pretendard Medium"/>
                <a:cs typeface="Pretendard Medium"/>
              </a:defRPr>
            </a:lvl1pPr>
            <a:lvl2pPr marL="4064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2pPr>
            <a:lvl3pPr marL="6096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3pPr>
          </a:lstStyle>
          <a:p>
            <a:pPr indent="0" marL="0">
              <a:buNone/>
            </a:pPr>
            <a:r>
              <a:rPr lang="en-US" sz="1600" dirty="0">
                <a:solidFill>
                  <a:srgbClr val="000000"/>
                </a:solidFill>
                <a:latin typeface="Pretendard Medium" pitchFamily="34" charset="0"/>
                <a:ea typeface="Pretendard Medium" pitchFamily="34" charset="-122"/>
                <a:cs typeface="Pretendard Medium" pitchFamily="34" charset="-120"/>
              </a:rPr>
              <a:t>본문 (Tab: 2단계 불릿)</a:t>
            </a:r>
            <a:endParaRPr lang="en-US" sz="1600" dirty="0"/>
          </a:p>
        </p:txBody>
      </p:sp>
      <p:sp>
        <p:nvSpPr>
          <p:cNvPr id="5" name="Text 0"/>
          <p:cNvSpPr/>
          <p:nvPr/>
        </p:nvSpPr>
        <p:spPr>
          <a:xfrm>
            <a:off x="685800" y="6355080"/>
            <a:ext cx="5486400" cy="274320"/>
          </a:xfrm>
          <a:prstGeom prst="rect">
            <a:avLst/>
          </a:prstGeom>
          <a:noFill/>
          <a:ln/>
        </p:spPr>
        <p:txBody>
          <a:bodyPr wrap="square" lIns="0" tIns="0" rIns="0" bIns="0" rtlCol="0" anchor="ctr"/>
          <a:lstStyle/>
          <a:p>
            <a:pPr indent="0" marL="0">
              <a:buNone/>
            </a:pPr>
            <a:r>
              <a:rPr lang="en-US" sz="1000" dirty="0">
                <a:solidFill>
                  <a:srgbClr val="AFAFAF"/>
                </a:solidFill>
                <a:latin typeface="Pretendard Medium" pitchFamily="34" charset="0"/>
                <a:ea typeface="Pretendard Medium" pitchFamily="34" charset="-122"/>
                <a:cs typeface="Pretendard Medium" pitchFamily="34" charset="-120"/>
              </a:rPr>
              <a:t>스마트 교통물류 · 2026-2 · 교재 1장</a:t>
            </a:r>
            <a:endParaRPr lang="en-US" sz="1000" dirty="0"/>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본문+그림">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502920"/>
            <a:ext cx="8595360" cy="685800"/>
          </a:xfrm>
          <a:prstGeom prst="rect">
            <a:avLst/>
          </a:prstGeom>
          <a:noFill/>
          <a:ln/>
        </p:spPr>
        <p:txBody>
          <a:bodyPr wrap="square" lIns="0" tIns="0" rIns="0" bIns="0" rtlCol="0" anchor="ctr">
            <a:noAutofit/>
          </a:bodyPr>
          <a:lstStyle>
            <a:lvl1pPr algn="l" indent="0" marL="0">
              <a:buNone/>
              <a:defRPr lang="en-US" sz="2800" b="1" dirty="0">
                <a:solidFill>
                  <a:srgbClr val="000000"/>
                </a:solidFill>
                <a:latin typeface="Pretendard" pitchFamily="34" charset="0"/>
                <a:ea typeface="Pretendard" pitchFamily="34" charset="-122"/>
                <a:cs typeface="Pretendard" pitchFamily="34" charset="-120"/>
              </a:defRPr>
            </a:lvl1pPr>
          </a:lstStyle>
          <a:p>
            <a:pPr indent="0" marL="0">
              <a:buNone/>
            </a:pPr>
            <a:r>
              <a:rPr lang="en-US" sz="2800" b="1" dirty="0">
                <a:solidFill>
                  <a:srgbClr val="000000"/>
                </a:solidFill>
                <a:latin typeface="Pretendard" pitchFamily="34" charset="0"/>
                <a:ea typeface="Pretendard" pitchFamily="34" charset="-122"/>
                <a:cs typeface="Pretendard" pitchFamily="34" charset="-120"/>
              </a:rPr>
              <a:t>1.1 슬라이드 제목</a:t>
            </a:r>
            <a:endParaRPr lang="en-US" sz="2800" dirty="0"/>
          </a:p>
        </p:txBody>
      </p:sp>
      <p:sp>
        <p:nvSpPr>
          <p:cNvPr id="3" name="Text 0"/>
          <p:cNvSpPr/>
          <p:nvPr>
            <p:ph idx="101" type="body" hasCustomPrompt="1"/>
          </p:nvPr>
        </p:nvSpPr>
        <p:spPr>
          <a:xfrm>
            <a:off x="9677095" y="667512"/>
            <a:ext cx="1828800" cy="365760"/>
          </a:xfrm>
          <a:prstGeom prst="roundRect">
            <a:avLst>
              <a:gd name="adj" fmla="val 50000"/>
            </a:avLst>
          </a:prstGeom>
          <a:solidFill>
            <a:srgbClr val="EFEFEF"/>
          </a:solidFill>
          <a:ln/>
        </p:spPr>
        <p:txBody>
          <a:bodyPr wrap="square" lIns="0" tIns="0" rIns="0" bIns="0" rtlCol="0" anchor="ctr">
            <a:noAutofit/>
          </a:bodyPr>
          <a:lstStyle>
            <a:lvl1pPr algn="ctr" indent="0" marL="0">
              <a:buNone/>
              <a:defRPr lang="en-US" sz="1100" dirty="0">
                <a:solidFill>
                  <a:srgbClr val="000000"/>
                </a:solidFill>
                <a:latin typeface="Pretendard Medium" pitchFamily="34" charset="0"/>
                <a:ea typeface="Pretendard Medium" pitchFamily="34" charset="-122"/>
                <a:cs typeface="Pretendard Medium" pitchFamily="34" charset="-120"/>
              </a:defRPr>
            </a:lvl1pPr>
          </a:lstStyle>
          <a:p>
            <a:pPr algn="ctr" indent="0" marL="0">
              <a:buNone/>
            </a:pPr>
            <a:r>
              <a:rPr lang="en-US" sz="1100" dirty="0">
                <a:solidFill>
                  <a:srgbClr val="000000"/>
                </a:solidFill>
                <a:latin typeface="Pretendard Medium" pitchFamily="34" charset="0"/>
                <a:ea typeface="Pretendard Medium" pitchFamily="34" charset="-122"/>
                <a:cs typeface="Pretendard Medium" pitchFamily="34" charset="-120"/>
              </a:rPr>
              <a:t>1. 섹션</a:t>
            </a:r>
            <a:endParaRPr lang="en-US" sz="1100" dirty="0"/>
          </a:p>
        </p:txBody>
      </p:sp>
      <p:sp>
        <p:nvSpPr>
          <p:cNvPr id="4" name="Text 0"/>
          <p:cNvSpPr/>
          <p:nvPr>
            <p:ph idx="102" type="body" hasCustomPrompt="1"/>
          </p:nvPr>
        </p:nvSpPr>
        <p:spPr>
          <a:xfrm>
            <a:off x="685800" y="1417320"/>
            <a:ext cx="3931920" cy="4663440"/>
          </a:xfrm>
          <a:prstGeom prst="rect">
            <a:avLst/>
          </a:prstGeom>
          <a:noFill/>
          <a:ln/>
        </p:spPr>
        <p:txBody>
          <a:bodyPr wrap="square" lIns="0" tIns="0" rIns="0" bIns="0" rtlCol="0" anchor="t">
            <a:noAutofit/>
          </a:bodyPr>
          <a:lstStyle>
            <a:lvl1pPr algn="l" marL="228600" indent="-228600">
              <a:lnSpc>
                <a:spcPct val="115000"/>
              </a:lnSpc>
              <a:spcAft>
                <a:spcPts val="1000"/>
              </a:spcAft>
              <a:buClr>
                <a:srgbClr val="000000"/>
              </a:buClr>
              <a:buFont typeface="Arial"/>
              <a:buChar char="•"/>
              <a:defRPr sz="1600">
                <a:solidFill>
                  <a:srgbClr val="000000"/>
                </a:solidFill>
                <a:latin typeface="Pretendard Medium"/>
                <a:ea typeface="Pretendard Medium"/>
                <a:cs typeface="Pretendard Medium"/>
              </a:defRPr>
            </a:lvl1pPr>
            <a:lvl2pPr marL="4064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2pPr>
            <a:lvl3pPr marL="6096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3pPr>
          </a:lstStyle>
          <a:p>
            <a:pPr indent="0" marL="0">
              <a:buNone/>
            </a:pPr>
            <a:r>
              <a:rPr lang="en-US" sz="1600" dirty="0">
                <a:solidFill>
                  <a:srgbClr val="000000"/>
                </a:solidFill>
                <a:latin typeface="Pretendard Medium" pitchFamily="34" charset="0"/>
                <a:ea typeface="Pretendard Medium" pitchFamily="34" charset="-122"/>
                <a:cs typeface="Pretendard Medium" pitchFamily="34" charset="-120"/>
              </a:rPr>
              <a:t>본문 (Tab: 2단계 불릿)</a:t>
            </a:r>
            <a:endParaRPr lang="en-US" sz="1600" dirty="0"/>
          </a:p>
        </p:txBody>
      </p:sp>
      <p:sp>
        <p:nvSpPr>
          <p:cNvPr id="5" name="Text 0"/>
          <p:cNvSpPr/>
          <p:nvPr>
            <p:ph idx="103" type="pic" hasCustomPrompt="1"/>
          </p:nvPr>
        </p:nvSpPr>
        <p:spPr>
          <a:xfrm>
            <a:off x="4937760" y="1417320"/>
            <a:ext cx="6565392" cy="4160520"/>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그림</a:t>
            </a:r>
            <a:endParaRPr lang="en-US" dirty="0"/>
          </a:p>
        </p:txBody>
      </p:sp>
      <p:sp>
        <p:nvSpPr>
          <p:cNvPr id="6" name="Text 0"/>
          <p:cNvSpPr/>
          <p:nvPr>
            <p:ph idx="104" type="body" hasCustomPrompt="1"/>
          </p:nvPr>
        </p:nvSpPr>
        <p:spPr>
          <a:xfrm>
            <a:off x="4937760" y="5715000"/>
            <a:ext cx="6565392" cy="320040"/>
          </a:xfrm>
          <a:prstGeom prst="rect">
            <a:avLst/>
          </a:prstGeom>
          <a:noFill/>
          <a:ln/>
        </p:spPr>
        <p:txBody>
          <a:bodyPr wrap="square" lIns="0" tIns="0" rIns="0" bIns="0" rtlCol="0" anchor="t">
            <a:noAutofit/>
          </a:bodyPr>
          <a:lstStyle>
            <a:lvl1pPr algn="l" indent="0" marL="0">
              <a:buNone/>
              <a:defRPr lang="en-US" sz="1200" dirty="0">
                <a:solidFill>
                  <a:srgbClr val="5E5E5E"/>
                </a:solidFill>
                <a:latin typeface="Pretendard Medium" pitchFamily="34" charset="0"/>
                <a:ea typeface="Pretendard Medium" pitchFamily="34" charset="-122"/>
                <a:cs typeface="Pretendard Medium" pitchFamily="34" charset="-120"/>
              </a:defRPr>
            </a:lvl1pPr>
          </a:lstStyle>
          <a:p>
            <a:pPr indent="0" marL="0">
              <a:buNone/>
            </a:pPr>
            <a:r>
              <a:rPr lang="en-US" sz="1200" dirty="0">
                <a:solidFill>
                  <a:srgbClr val="5E5E5E"/>
                </a:solidFill>
                <a:latin typeface="Pretendard Medium" pitchFamily="34" charset="0"/>
                <a:ea typeface="Pretendard Medium" pitchFamily="34" charset="-122"/>
                <a:cs typeface="Pretendard Medium" pitchFamily="34" charset="-120"/>
              </a:rPr>
              <a:t>그림 1. 캡션</a:t>
            </a:r>
            <a:endParaRPr lang="en-US" sz="1200" dirty="0"/>
          </a:p>
        </p:txBody>
      </p:sp>
      <p:sp>
        <p:nvSpPr>
          <p:cNvPr id="7" name="Text 0"/>
          <p:cNvSpPr/>
          <p:nvPr/>
        </p:nvSpPr>
        <p:spPr>
          <a:xfrm>
            <a:off x="685800" y="6355080"/>
            <a:ext cx="5486400" cy="274320"/>
          </a:xfrm>
          <a:prstGeom prst="rect">
            <a:avLst/>
          </a:prstGeom>
          <a:noFill/>
          <a:ln/>
        </p:spPr>
        <p:txBody>
          <a:bodyPr wrap="square" lIns="0" tIns="0" rIns="0" bIns="0" rtlCol="0" anchor="ctr"/>
          <a:lstStyle/>
          <a:p>
            <a:pPr indent="0" marL="0">
              <a:buNone/>
            </a:pPr>
            <a:r>
              <a:rPr lang="en-US" sz="1000" dirty="0">
                <a:solidFill>
                  <a:srgbClr val="AFAFAF"/>
                </a:solidFill>
                <a:latin typeface="Pretendard Medium" pitchFamily="34" charset="0"/>
                <a:ea typeface="Pretendard Medium" pitchFamily="34" charset="-122"/>
                <a:cs typeface="Pretendard Medium" pitchFamily="34" charset="-120"/>
              </a:rPr>
              <a:t>스마트 교통물류 · 2026-2 · 교재 1장</a:t>
            </a:r>
            <a:endParaRPr lang="en-US" sz="1000" dirty="0"/>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그림">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502920"/>
            <a:ext cx="8595360" cy="685800"/>
          </a:xfrm>
          <a:prstGeom prst="rect">
            <a:avLst/>
          </a:prstGeom>
          <a:noFill/>
          <a:ln/>
        </p:spPr>
        <p:txBody>
          <a:bodyPr wrap="square" lIns="0" tIns="0" rIns="0" bIns="0" rtlCol="0" anchor="ctr">
            <a:noAutofit/>
          </a:bodyPr>
          <a:lstStyle>
            <a:lvl1pPr algn="l" indent="0" marL="0">
              <a:buNone/>
              <a:defRPr lang="en-US" sz="2800" b="1" dirty="0">
                <a:solidFill>
                  <a:srgbClr val="000000"/>
                </a:solidFill>
                <a:latin typeface="Pretendard" pitchFamily="34" charset="0"/>
                <a:ea typeface="Pretendard" pitchFamily="34" charset="-122"/>
                <a:cs typeface="Pretendard" pitchFamily="34" charset="-120"/>
              </a:defRPr>
            </a:lvl1pPr>
          </a:lstStyle>
          <a:p>
            <a:pPr indent="0" marL="0">
              <a:buNone/>
            </a:pPr>
            <a:r>
              <a:rPr lang="en-US" sz="2800" b="1" dirty="0">
                <a:solidFill>
                  <a:srgbClr val="000000"/>
                </a:solidFill>
                <a:latin typeface="Pretendard" pitchFamily="34" charset="0"/>
                <a:ea typeface="Pretendard" pitchFamily="34" charset="-122"/>
                <a:cs typeface="Pretendard" pitchFamily="34" charset="-120"/>
              </a:rPr>
              <a:t>1.1 슬라이드 제목</a:t>
            </a:r>
            <a:endParaRPr lang="en-US" sz="2800" dirty="0"/>
          </a:p>
        </p:txBody>
      </p:sp>
      <p:sp>
        <p:nvSpPr>
          <p:cNvPr id="3" name="Text 0"/>
          <p:cNvSpPr/>
          <p:nvPr>
            <p:ph idx="101" type="body" hasCustomPrompt="1"/>
          </p:nvPr>
        </p:nvSpPr>
        <p:spPr>
          <a:xfrm>
            <a:off x="9677095" y="667512"/>
            <a:ext cx="1828800" cy="365760"/>
          </a:xfrm>
          <a:prstGeom prst="roundRect">
            <a:avLst>
              <a:gd name="adj" fmla="val 50000"/>
            </a:avLst>
          </a:prstGeom>
          <a:solidFill>
            <a:srgbClr val="EFEFEF"/>
          </a:solidFill>
          <a:ln/>
        </p:spPr>
        <p:txBody>
          <a:bodyPr wrap="square" lIns="0" tIns="0" rIns="0" bIns="0" rtlCol="0" anchor="ctr">
            <a:noAutofit/>
          </a:bodyPr>
          <a:lstStyle>
            <a:lvl1pPr algn="ctr" indent="0" marL="0">
              <a:buNone/>
              <a:defRPr lang="en-US" sz="1100" dirty="0">
                <a:solidFill>
                  <a:srgbClr val="000000"/>
                </a:solidFill>
                <a:latin typeface="Pretendard Medium" pitchFamily="34" charset="0"/>
                <a:ea typeface="Pretendard Medium" pitchFamily="34" charset="-122"/>
                <a:cs typeface="Pretendard Medium" pitchFamily="34" charset="-120"/>
              </a:defRPr>
            </a:lvl1pPr>
          </a:lstStyle>
          <a:p>
            <a:pPr algn="ctr" indent="0" marL="0">
              <a:buNone/>
            </a:pPr>
            <a:r>
              <a:rPr lang="en-US" sz="1100" dirty="0">
                <a:solidFill>
                  <a:srgbClr val="000000"/>
                </a:solidFill>
                <a:latin typeface="Pretendard Medium" pitchFamily="34" charset="0"/>
                <a:ea typeface="Pretendard Medium" pitchFamily="34" charset="-122"/>
                <a:cs typeface="Pretendard Medium" pitchFamily="34" charset="-120"/>
              </a:rPr>
              <a:t>1. 섹션</a:t>
            </a:r>
            <a:endParaRPr lang="en-US" sz="1100" dirty="0"/>
          </a:p>
        </p:txBody>
      </p:sp>
      <p:sp>
        <p:nvSpPr>
          <p:cNvPr id="4" name="Text 0"/>
          <p:cNvSpPr/>
          <p:nvPr>
            <p:ph idx="102" type="pic" hasCustomPrompt="1"/>
          </p:nvPr>
        </p:nvSpPr>
        <p:spPr>
          <a:xfrm>
            <a:off x="685800" y="1417320"/>
            <a:ext cx="10820095" cy="4297680"/>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그림</a:t>
            </a:r>
            <a:endParaRPr lang="en-US" dirty="0"/>
          </a:p>
        </p:txBody>
      </p:sp>
      <p:sp>
        <p:nvSpPr>
          <p:cNvPr id="5" name="Text 0"/>
          <p:cNvSpPr/>
          <p:nvPr>
            <p:ph idx="103" type="body" hasCustomPrompt="1"/>
          </p:nvPr>
        </p:nvSpPr>
        <p:spPr>
          <a:xfrm>
            <a:off x="685800" y="5852160"/>
            <a:ext cx="10820095" cy="320040"/>
          </a:xfrm>
          <a:prstGeom prst="rect">
            <a:avLst/>
          </a:prstGeom>
          <a:noFill/>
          <a:ln/>
        </p:spPr>
        <p:txBody>
          <a:bodyPr wrap="square" lIns="0" tIns="0" rIns="0" bIns="0" rtlCol="0" anchor="t">
            <a:noAutofit/>
          </a:bodyPr>
          <a:lstStyle>
            <a:lvl1pPr algn="l" indent="0" marL="0">
              <a:buNone/>
              <a:defRPr lang="en-US" sz="1200" dirty="0">
                <a:solidFill>
                  <a:srgbClr val="5E5E5E"/>
                </a:solidFill>
                <a:latin typeface="Pretendard Medium" pitchFamily="34" charset="0"/>
                <a:ea typeface="Pretendard Medium" pitchFamily="34" charset="-122"/>
                <a:cs typeface="Pretendard Medium" pitchFamily="34" charset="-120"/>
              </a:defRPr>
            </a:lvl1pPr>
          </a:lstStyle>
          <a:p>
            <a:pPr indent="0" marL="0">
              <a:buNone/>
            </a:pPr>
            <a:r>
              <a:rPr lang="en-US" sz="1200" dirty="0">
                <a:solidFill>
                  <a:srgbClr val="5E5E5E"/>
                </a:solidFill>
                <a:latin typeface="Pretendard Medium" pitchFamily="34" charset="0"/>
                <a:ea typeface="Pretendard Medium" pitchFamily="34" charset="-122"/>
                <a:cs typeface="Pretendard Medium" pitchFamily="34" charset="-120"/>
              </a:rPr>
              <a:t>그림 1. 캡션</a:t>
            </a:r>
            <a:endParaRPr lang="en-US" sz="1200" dirty="0"/>
          </a:p>
        </p:txBody>
      </p:sp>
      <p:sp>
        <p:nvSpPr>
          <p:cNvPr id="6" name="Text 0"/>
          <p:cNvSpPr/>
          <p:nvPr/>
        </p:nvSpPr>
        <p:spPr>
          <a:xfrm>
            <a:off x="685800" y="6355080"/>
            <a:ext cx="5486400" cy="274320"/>
          </a:xfrm>
          <a:prstGeom prst="rect">
            <a:avLst/>
          </a:prstGeom>
          <a:noFill/>
          <a:ln/>
        </p:spPr>
        <p:txBody>
          <a:bodyPr wrap="square" lIns="0" tIns="0" rIns="0" bIns="0" rtlCol="0" anchor="ctr"/>
          <a:lstStyle/>
          <a:p>
            <a:pPr indent="0" marL="0">
              <a:buNone/>
            </a:pPr>
            <a:r>
              <a:rPr lang="en-US" sz="1000" dirty="0">
                <a:solidFill>
                  <a:srgbClr val="AFAFAF"/>
                </a:solidFill>
                <a:latin typeface="Pretendard Medium" pitchFamily="34" charset="0"/>
                <a:ea typeface="Pretendard Medium" pitchFamily="34" charset="-122"/>
                <a:cs typeface="Pretendard Medium" pitchFamily="34" charset="-120"/>
              </a:rPr>
              <a:t>스마트 교통물류 · 2026-2 · 교재 1장</a:t>
            </a:r>
            <a:endParaRPr lang="en-US" sz="1000" dirty="0"/>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표">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502920"/>
            <a:ext cx="8595360" cy="685800"/>
          </a:xfrm>
          <a:prstGeom prst="rect">
            <a:avLst/>
          </a:prstGeom>
          <a:noFill/>
          <a:ln/>
        </p:spPr>
        <p:txBody>
          <a:bodyPr wrap="square" lIns="0" tIns="0" rIns="0" bIns="0" rtlCol="0" anchor="ctr">
            <a:noAutofit/>
          </a:bodyPr>
          <a:lstStyle>
            <a:lvl1pPr algn="l" indent="0" marL="0">
              <a:buNone/>
              <a:defRPr lang="en-US" sz="2800" b="1" dirty="0">
                <a:solidFill>
                  <a:srgbClr val="000000"/>
                </a:solidFill>
                <a:latin typeface="Pretendard" pitchFamily="34" charset="0"/>
                <a:ea typeface="Pretendard" pitchFamily="34" charset="-122"/>
                <a:cs typeface="Pretendard" pitchFamily="34" charset="-120"/>
              </a:defRPr>
            </a:lvl1pPr>
          </a:lstStyle>
          <a:p>
            <a:pPr indent="0" marL="0">
              <a:buNone/>
            </a:pPr>
            <a:r>
              <a:rPr lang="en-US" sz="2800" b="1" dirty="0">
                <a:solidFill>
                  <a:srgbClr val="000000"/>
                </a:solidFill>
                <a:latin typeface="Pretendard" pitchFamily="34" charset="0"/>
                <a:ea typeface="Pretendard" pitchFamily="34" charset="-122"/>
                <a:cs typeface="Pretendard" pitchFamily="34" charset="-120"/>
              </a:rPr>
              <a:t>1.1 슬라이드 제목</a:t>
            </a:r>
            <a:endParaRPr lang="en-US" sz="2800" dirty="0"/>
          </a:p>
        </p:txBody>
      </p:sp>
      <p:sp>
        <p:nvSpPr>
          <p:cNvPr id="3" name="Text 0"/>
          <p:cNvSpPr/>
          <p:nvPr>
            <p:ph idx="101" type="body" hasCustomPrompt="1"/>
          </p:nvPr>
        </p:nvSpPr>
        <p:spPr>
          <a:xfrm>
            <a:off x="9677095" y="667512"/>
            <a:ext cx="1828800" cy="365760"/>
          </a:xfrm>
          <a:prstGeom prst="roundRect">
            <a:avLst>
              <a:gd name="adj" fmla="val 50000"/>
            </a:avLst>
          </a:prstGeom>
          <a:solidFill>
            <a:srgbClr val="EFEFEF"/>
          </a:solidFill>
          <a:ln/>
        </p:spPr>
        <p:txBody>
          <a:bodyPr wrap="square" lIns="0" tIns="0" rIns="0" bIns="0" rtlCol="0" anchor="ctr">
            <a:noAutofit/>
          </a:bodyPr>
          <a:lstStyle>
            <a:lvl1pPr algn="ctr" indent="0" marL="0">
              <a:buNone/>
              <a:defRPr lang="en-US" sz="1100" dirty="0">
                <a:solidFill>
                  <a:srgbClr val="000000"/>
                </a:solidFill>
                <a:latin typeface="Pretendard Medium" pitchFamily="34" charset="0"/>
                <a:ea typeface="Pretendard Medium" pitchFamily="34" charset="-122"/>
                <a:cs typeface="Pretendard Medium" pitchFamily="34" charset="-120"/>
              </a:defRPr>
            </a:lvl1pPr>
          </a:lstStyle>
          <a:p>
            <a:pPr algn="ctr" indent="0" marL="0">
              <a:buNone/>
            </a:pPr>
            <a:r>
              <a:rPr lang="en-US" sz="1100" dirty="0">
                <a:solidFill>
                  <a:srgbClr val="000000"/>
                </a:solidFill>
                <a:latin typeface="Pretendard Medium" pitchFamily="34" charset="0"/>
                <a:ea typeface="Pretendard Medium" pitchFamily="34" charset="-122"/>
                <a:cs typeface="Pretendard Medium" pitchFamily="34" charset="-120"/>
              </a:rPr>
              <a:t>1. 섹션</a:t>
            </a:r>
            <a:endParaRPr lang="en-US" sz="1100" dirty="0"/>
          </a:p>
        </p:txBody>
      </p:sp>
      <p:sp>
        <p:nvSpPr>
          <p:cNvPr id="4" name="Text 0"/>
          <p:cNvSpPr/>
          <p:nvPr>
            <p:ph idx="102" type="body" hasCustomPrompt="1"/>
          </p:nvPr>
        </p:nvSpPr>
        <p:spPr>
          <a:xfrm>
            <a:off x="685800" y="1417320"/>
            <a:ext cx="10820095" cy="320040"/>
          </a:xfrm>
          <a:prstGeom prst="rect">
            <a:avLst/>
          </a:prstGeom>
          <a:noFill/>
          <a:ln/>
        </p:spPr>
        <p:txBody>
          <a:bodyPr wrap="square" lIns="0" tIns="0" rIns="0" bIns="0" rtlCol="0" anchor="t">
            <a:noAutofit/>
          </a:bodyPr>
          <a:lstStyle>
            <a:lvl1pPr algn="l" indent="0" marL="0">
              <a:buNone/>
              <a:defRPr lang="en-US" sz="1200" dirty="0">
                <a:solidFill>
                  <a:srgbClr val="5E5E5E"/>
                </a:solidFill>
                <a:latin typeface="Pretendard Medium" pitchFamily="34" charset="0"/>
                <a:ea typeface="Pretendard Medium" pitchFamily="34" charset="-122"/>
                <a:cs typeface="Pretendard Medium" pitchFamily="34" charset="-120"/>
              </a:defRPr>
            </a:lvl1pPr>
          </a:lstStyle>
          <a:p>
            <a:pPr indent="0" marL="0">
              <a:buNone/>
            </a:pPr>
            <a:r>
              <a:rPr lang="en-US" sz="1200" dirty="0">
                <a:solidFill>
                  <a:srgbClr val="5E5E5E"/>
                </a:solidFill>
                <a:latin typeface="Pretendard Medium" pitchFamily="34" charset="0"/>
                <a:ea typeface="Pretendard Medium" pitchFamily="34" charset="-122"/>
                <a:cs typeface="Pretendard Medium" pitchFamily="34" charset="-120"/>
              </a:rPr>
              <a:t>표 1. 캡션</a:t>
            </a:r>
            <a:endParaRPr lang="en-US" sz="1200" dirty="0"/>
          </a:p>
        </p:txBody>
      </p:sp>
      <p:sp>
        <p:nvSpPr>
          <p:cNvPr id="5" name="Text 0"/>
          <p:cNvSpPr/>
          <p:nvPr>
            <p:ph idx="103" type="tbl" hasCustomPrompt="1"/>
          </p:nvPr>
        </p:nvSpPr>
        <p:spPr>
          <a:xfrm>
            <a:off x="685800" y="1828800"/>
            <a:ext cx="10820095" cy="4251960"/>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표</a:t>
            </a:r>
            <a:endParaRPr lang="en-US" dirty="0"/>
          </a:p>
        </p:txBody>
      </p:sp>
      <p:sp>
        <p:nvSpPr>
          <p:cNvPr id="6" name="Text 0"/>
          <p:cNvSpPr/>
          <p:nvPr/>
        </p:nvSpPr>
        <p:spPr>
          <a:xfrm>
            <a:off x="685800" y="6355080"/>
            <a:ext cx="5486400" cy="274320"/>
          </a:xfrm>
          <a:prstGeom prst="rect">
            <a:avLst/>
          </a:prstGeom>
          <a:noFill/>
          <a:ln/>
        </p:spPr>
        <p:txBody>
          <a:bodyPr wrap="square" lIns="0" tIns="0" rIns="0" bIns="0" rtlCol="0" anchor="ctr"/>
          <a:lstStyle/>
          <a:p>
            <a:pPr indent="0" marL="0">
              <a:buNone/>
            </a:pPr>
            <a:r>
              <a:rPr lang="en-US" sz="1000" dirty="0">
                <a:solidFill>
                  <a:srgbClr val="AFAFAF"/>
                </a:solidFill>
                <a:latin typeface="Pretendard Medium" pitchFamily="34" charset="0"/>
                <a:ea typeface="Pretendard Medium" pitchFamily="34" charset="-122"/>
                <a:cs typeface="Pretendard Medium" pitchFamily="34" charset="-120"/>
              </a:rPr>
              <a:t>스마트 교통물류 · 2026-2 · 교재 1장</a:t>
            </a:r>
            <a:endParaRPr lang="en-US" sz="1000" dirty="0"/>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본문+표">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502920"/>
            <a:ext cx="8595360" cy="685800"/>
          </a:xfrm>
          <a:prstGeom prst="rect">
            <a:avLst/>
          </a:prstGeom>
          <a:noFill/>
          <a:ln/>
        </p:spPr>
        <p:txBody>
          <a:bodyPr wrap="square" lIns="0" tIns="0" rIns="0" bIns="0" rtlCol="0" anchor="ctr">
            <a:noAutofit/>
          </a:bodyPr>
          <a:lstStyle>
            <a:lvl1pPr algn="l" indent="0" marL="0">
              <a:buNone/>
              <a:defRPr lang="en-US" sz="2800" b="1" dirty="0">
                <a:solidFill>
                  <a:srgbClr val="000000"/>
                </a:solidFill>
                <a:latin typeface="Pretendard" pitchFamily="34" charset="0"/>
                <a:ea typeface="Pretendard" pitchFamily="34" charset="-122"/>
                <a:cs typeface="Pretendard" pitchFamily="34" charset="-120"/>
              </a:defRPr>
            </a:lvl1pPr>
          </a:lstStyle>
          <a:p>
            <a:pPr indent="0" marL="0">
              <a:buNone/>
            </a:pPr>
            <a:r>
              <a:rPr lang="en-US" sz="2800" b="1" dirty="0">
                <a:solidFill>
                  <a:srgbClr val="000000"/>
                </a:solidFill>
                <a:latin typeface="Pretendard" pitchFamily="34" charset="0"/>
                <a:ea typeface="Pretendard" pitchFamily="34" charset="-122"/>
                <a:cs typeface="Pretendard" pitchFamily="34" charset="-120"/>
              </a:rPr>
              <a:t>1.1 슬라이드 제목</a:t>
            </a:r>
            <a:endParaRPr lang="en-US" sz="2800" dirty="0"/>
          </a:p>
        </p:txBody>
      </p:sp>
      <p:sp>
        <p:nvSpPr>
          <p:cNvPr id="3" name="Text 0"/>
          <p:cNvSpPr/>
          <p:nvPr>
            <p:ph idx="101" type="body" hasCustomPrompt="1"/>
          </p:nvPr>
        </p:nvSpPr>
        <p:spPr>
          <a:xfrm>
            <a:off x="9677095" y="667512"/>
            <a:ext cx="1828800" cy="365760"/>
          </a:xfrm>
          <a:prstGeom prst="roundRect">
            <a:avLst>
              <a:gd name="adj" fmla="val 50000"/>
            </a:avLst>
          </a:prstGeom>
          <a:solidFill>
            <a:srgbClr val="EFEFEF"/>
          </a:solidFill>
          <a:ln/>
        </p:spPr>
        <p:txBody>
          <a:bodyPr wrap="square" lIns="0" tIns="0" rIns="0" bIns="0" rtlCol="0" anchor="ctr">
            <a:noAutofit/>
          </a:bodyPr>
          <a:lstStyle>
            <a:lvl1pPr algn="ctr" indent="0" marL="0">
              <a:buNone/>
              <a:defRPr lang="en-US" sz="1100" dirty="0">
                <a:solidFill>
                  <a:srgbClr val="000000"/>
                </a:solidFill>
                <a:latin typeface="Pretendard Medium" pitchFamily="34" charset="0"/>
                <a:ea typeface="Pretendard Medium" pitchFamily="34" charset="-122"/>
                <a:cs typeface="Pretendard Medium" pitchFamily="34" charset="-120"/>
              </a:defRPr>
            </a:lvl1pPr>
          </a:lstStyle>
          <a:p>
            <a:pPr algn="ctr" indent="0" marL="0">
              <a:buNone/>
            </a:pPr>
            <a:r>
              <a:rPr lang="en-US" sz="1100" dirty="0">
                <a:solidFill>
                  <a:srgbClr val="000000"/>
                </a:solidFill>
                <a:latin typeface="Pretendard Medium" pitchFamily="34" charset="0"/>
                <a:ea typeface="Pretendard Medium" pitchFamily="34" charset="-122"/>
                <a:cs typeface="Pretendard Medium" pitchFamily="34" charset="-120"/>
              </a:rPr>
              <a:t>1. 섹션</a:t>
            </a:r>
            <a:endParaRPr lang="en-US" sz="1100" dirty="0"/>
          </a:p>
        </p:txBody>
      </p:sp>
      <p:sp>
        <p:nvSpPr>
          <p:cNvPr id="4" name="Text 0"/>
          <p:cNvSpPr/>
          <p:nvPr>
            <p:ph idx="102" type="body" hasCustomPrompt="1"/>
          </p:nvPr>
        </p:nvSpPr>
        <p:spPr>
          <a:xfrm>
            <a:off x="685800" y="1417320"/>
            <a:ext cx="3931920" cy="4663440"/>
          </a:xfrm>
          <a:prstGeom prst="rect">
            <a:avLst/>
          </a:prstGeom>
          <a:noFill/>
          <a:ln/>
        </p:spPr>
        <p:txBody>
          <a:bodyPr wrap="square" lIns="0" tIns="0" rIns="0" bIns="0" rtlCol="0" anchor="t">
            <a:noAutofit/>
          </a:bodyPr>
          <a:lstStyle>
            <a:lvl1pPr algn="l" marL="228600" indent="-228600">
              <a:lnSpc>
                <a:spcPct val="115000"/>
              </a:lnSpc>
              <a:spcAft>
                <a:spcPts val="1000"/>
              </a:spcAft>
              <a:buClr>
                <a:srgbClr val="000000"/>
              </a:buClr>
              <a:buFont typeface="Arial"/>
              <a:buChar char="•"/>
              <a:defRPr sz="1600">
                <a:solidFill>
                  <a:srgbClr val="000000"/>
                </a:solidFill>
                <a:latin typeface="Pretendard Medium"/>
                <a:ea typeface="Pretendard Medium"/>
                <a:cs typeface="Pretendard Medium"/>
              </a:defRPr>
            </a:lvl1pPr>
            <a:lvl2pPr marL="4064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2pPr>
            <a:lvl3pPr marL="6096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3pPr>
          </a:lstStyle>
          <a:p>
            <a:pPr indent="0" marL="0">
              <a:buNone/>
            </a:pPr>
            <a:r>
              <a:rPr lang="en-US" sz="1600" dirty="0">
                <a:solidFill>
                  <a:srgbClr val="000000"/>
                </a:solidFill>
                <a:latin typeface="Pretendard Medium" pitchFamily="34" charset="0"/>
                <a:ea typeface="Pretendard Medium" pitchFamily="34" charset="-122"/>
                <a:cs typeface="Pretendard Medium" pitchFamily="34" charset="-120"/>
              </a:rPr>
              <a:t>본문 (Tab: 2단계 불릿)</a:t>
            </a:r>
            <a:endParaRPr lang="en-US" sz="1600" dirty="0"/>
          </a:p>
        </p:txBody>
      </p:sp>
      <p:sp>
        <p:nvSpPr>
          <p:cNvPr id="5" name="Text 0"/>
          <p:cNvSpPr/>
          <p:nvPr>
            <p:ph idx="103" type="body" hasCustomPrompt="1"/>
          </p:nvPr>
        </p:nvSpPr>
        <p:spPr>
          <a:xfrm>
            <a:off x="4937760" y="1417320"/>
            <a:ext cx="6565392" cy="320040"/>
          </a:xfrm>
          <a:prstGeom prst="rect">
            <a:avLst/>
          </a:prstGeom>
          <a:noFill/>
          <a:ln/>
        </p:spPr>
        <p:txBody>
          <a:bodyPr wrap="square" lIns="0" tIns="0" rIns="0" bIns="0" rtlCol="0" anchor="t">
            <a:noAutofit/>
          </a:bodyPr>
          <a:lstStyle>
            <a:lvl1pPr algn="l" indent="0" marL="0">
              <a:buNone/>
              <a:defRPr lang="en-US" sz="1200" dirty="0">
                <a:solidFill>
                  <a:srgbClr val="5E5E5E"/>
                </a:solidFill>
                <a:latin typeface="Pretendard Medium" pitchFamily="34" charset="0"/>
                <a:ea typeface="Pretendard Medium" pitchFamily="34" charset="-122"/>
                <a:cs typeface="Pretendard Medium" pitchFamily="34" charset="-120"/>
              </a:defRPr>
            </a:lvl1pPr>
          </a:lstStyle>
          <a:p>
            <a:pPr indent="0" marL="0">
              <a:buNone/>
            </a:pPr>
            <a:r>
              <a:rPr lang="en-US" sz="1200" dirty="0">
                <a:solidFill>
                  <a:srgbClr val="5E5E5E"/>
                </a:solidFill>
                <a:latin typeface="Pretendard Medium" pitchFamily="34" charset="0"/>
                <a:ea typeface="Pretendard Medium" pitchFamily="34" charset="-122"/>
                <a:cs typeface="Pretendard Medium" pitchFamily="34" charset="-120"/>
              </a:rPr>
              <a:t>표 1. 캡션</a:t>
            </a:r>
            <a:endParaRPr lang="en-US" sz="1200" dirty="0"/>
          </a:p>
        </p:txBody>
      </p:sp>
      <p:sp>
        <p:nvSpPr>
          <p:cNvPr id="6" name="Text 0"/>
          <p:cNvSpPr/>
          <p:nvPr>
            <p:ph idx="104" type="tbl" hasCustomPrompt="1"/>
          </p:nvPr>
        </p:nvSpPr>
        <p:spPr>
          <a:xfrm>
            <a:off x="4937760" y="1828800"/>
            <a:ext cx="6565392" cy="4251960"/>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표</a:t>
            </a:r>
            <a:endParaRPr lang="en-US" dirty="0"/>
          </a:p>
        </p:txBody>
      </p:sp>
      <p:sp>
        <p:nvSpPr>
          <p:cNvPr id="7" name="Text 0"/>
          <p:cNvSpPr/>
          <p:nvPr/>
        </p:nvSpPr>
        <p:spPr>
          <a:xfrm>
            <a:off x="685800" y="6355080"/>
            <a:ext cx="5486400" cy="274320"/>
          </a:xfrm>
          <a:prstGeom prst="rect">
            <a:avLst/>
          </a:prstGeom>
          <a:noFill/>
          <a:ln/>
        </p:spPr>
        <p:txBody>
          <a:bodyPr wrap="square" lIns="0" tIns="0" rIns="0" bIns="0" rtlCol="0" anchor="ctr"/>
          <a:lstStyle/>
          <a:p>
            <a:pPr indent="0" marL="0">
              <a:buNone/>
            </a:pPr>
            <a:r>
              <a:rPr lang="en-US" sz="1000" dirty="0">
                <a:solidFill>
                  <a:srgbClr val="AFAFAF"/>
                </a:solidFill>
                <a:latin typeface="Pretendard Medium" pitchFamily="34" charset="0"/>
                <a:ea typeface="Pretendard Medium" pitchFamily="34" charset="-122"/>
                <a:cs typeface="Pretendard Medium" pitchFamily="34" charset="-120"/>
              </a:rPr>
              <a:t>스마트 교통물류 · 2026-2 · 교재 1장</a:t>
            </a:r>
            <a:endParaRPr lang="en-US" sz="1000" dirty="0"/>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본문+코드">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502920"/>
            <a:ext cx="8595360" cy="685800"/>
          </a:xfrm>
          <a:prstGeom prst="rect">
            <a:avLst/>
          </a:prstGeom>
          <a:noFill/>
          <a:ln/>
        </p:spPr>
        <p:txBody>
          <a:bodyPr wrap="square" lIns="0" tIns="0" rIns="0" bIns="0" rtlCol="0" anchor="ctr">
            <a:noAutofit/>
          </a:bodyPr>
          <a:lstStyle>
            <a:lvl1pPr algn="l" indent="0" marL="0">
              <a:buNone/>
              <a:defRPr lang="en-US" sz="2800" b="1" dirty="0">
                <a:solidFill>
                  <a:srgbClr val="000000"/>
                </a:solidFill>
                <a:latin typeface="Pretendard" pitchFamily="34" charset="0"/>
                <a:ea typeface="Pretendard" pitchFamily="34" charset="-122"/>
                <a:cs typeface="Pretendard" pitchFamily="34" charset="-120"/>
              </a:defRPr>
            </a:lvl1pPr>
          </a:lstStyle>
          <a:p>
            <a:pPr indent="0" marL="0">
              <a:buNone/>
            </a:pPr>
            <a:r>
              <a:rPr lang="en-US" sz="2800" b="1" dirty="0">
                <a:solidFill>
                  <a:srgbClr val="000000"/>
                </a:solidFill>
                <a:latin typeface="Pretendard" pitchFamily="34" charset="0"/>
                <a:ea typeface="Pretendard" pitchFamily="34" charset="-122"/>
                <a:cs typeface="Pretendard" pitchFamily="34" charset="-120"/>
              </a:rPr>
              <a:t>1.1 슬라이드 제목</a:t>
            </a:r>
            <a:endParaRPr lang="en-US" sz="2800" dirty="0"/>
          </a:p>
        </p:txBody>
      </p:sp>
      <p:sp>
        <p:nvSpPr>
          <p:cNvPr id="3" name="Text 0"/>
          <p:cNvSpPr/>
          <p:nvPr>
            <p:ph idx="101" type="body" hasCustomPrompt="1"/>
          </p:nvPr>
        </p:nvSpPr>
        <p:spPr>
          <a:xfrm>
            <a:off x="9677095" y="667512"/>
            <a:ext cx="1828800" cy="365760"/>
          </a:xfrm>
          <a:prstGeom prst="roundRect">
            <a:avLst>
              <a:gd name="adj" fmla="val 50000"/>
            </a:avLst>
          </a:prstGeom>
          <a:solidFill>
            <a:srgbClr val="EFEFEF"/>
          </a:solidFill>
          <a:ln/>
        </p:spPr>
        <p:txBody>
          <a:bodyPr wrap="square" lIns="0" tIns="0" rIns="0" bIns="0" rtlCol="0" anchor="ctr">
            <a:noAutofit/>
          </a:bodyPr>
          <a:lstStyle>
            <a:lvl1pPr algn="ctr" indent="0" marL="0">
              <a:buNone/>
              <a:defRPr lang="en-US" sz="1100" dirty="0">
                <a:solidFill>
                  <a:srgbClr val="000000"/>
                </a:solidFill>
                <a:latin typeface="Pretendard Medium" pitchFamily="34" charset="0"/>
                <a:ea typeface="Pretendard Medium" pitchFamily="34" charset="-122"/>
                <a:cs typeface="Pretendard Medium" pitchFamily="34" charset="-120"/>
              </a:defRPr>
            </a:lvl1pPr>
          </a:lstStyle>
          <a:p>
            <a:pPr algn="ctr" indent="0" marL="0">
              <a:buNone/>
            </a:pPr>
            <a:r>
              <a:rPr lang="en-US" sz="1100" dirty="0">
                <a:solidFill>
                  <a:srgbClr val="000000"/>
                </a:solidFill>
                <a:latin typeface="Pretendard Medium" pitchFamily="34" charset="0"/>
                <a:ea typeface="Pretendard Medium" pitchFamily="34" charset="-122"/>
                <a:cs typeface="Pretendard Medium" pitchFamily="34" charset="-120"/>
              </a:rPr>
              <a:t>1. 섹션</a:t>
            </a:r>
            <a:endParaRPr lang="en-US" sz="1100" dirty="0"/>
          </a:p>
        </p:txBody>
      </p:sp>
      <p:sp>
        <p:nvSpPr>
          <p:cNvPr id="4" name="Text 0"/>
          <p:cNvSpPr/>
          <p:nvPr>
            <p:ph idx="102" type="body" hasCustomPrompt="1"/>
          </p:nvPr>
        </p:nvSpPr>
        <p:spPr>
          <a:xfrm>
            <a:off x="685800" y="1417320"/>
            <a:ext cx="3931920" cy="4663440"/>
          </a:xfrm>
          <a:prstGeom prst="rect">
            <a:avLst/>
          </a:prstGeom>
          <a:noFill/>
          <a:ln/>
        </p:spPr>
        <p:txBody>
          <a:bodyPr wrap="square" lIns="0" tIns="0" rIns="0" bIns="0" rtlCol="0" anchor="t">
            <a:noAutofit/>
          </a:bodyPr>
          <a:lstStyle>
            <a:lvl1pPr algn="l" marL="228600" indent="-228600">
              <a:lnSpc>
                <a:spcPct val="115000"/>
              </a:lnSpc>
              <a:spcAft>
                <a:spcPts val="1000"/>
              </a:spcAft>
              <a:buClr>
                <a:srgbClr val="000000"/>
              </a:buClr>
              <a:buFont typeface="Arial"/>
              <a:buChar char="•"/>
              <a:defRPr sz="1600">
                <a:solidFill>
                  <a:srgbClr val="000000"/>
                </a:solidFill>
                <a:latin typeface="Pretendard Medium"/>
                <a:ea typeface="Pretendard Medium"/>
                <a:cs typeface="Pretendard Medium"/>
              </a:defRPr>
            </a:lvl1pPr>
            <a:lvl2pPr marL="4064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2pPr>
            <a:lvl3pPr marL="6096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3pPr>
          </a:lstStyle>
          <a:p>
            <a:pPr indent="0" marL="0">
              <a:buNone/>
            </a:pPr>
            <a:r>
              <a:rPr lang="en-US" sz="1600" dirty="0">
                <a:solidFill>
                  <a:srgbClr val="000000"/>
                </a:solidFill>
                <a:latin typeface="Pretendard Medium" pitchFamily="34" charset="0"/>
                <a:ea typeface="Pretendard Medium" pitchFamily="34" charset="-122"/>
                <a:cs typeface="Pretendard Medium" pitchFamily="34" charset="-120"/>
              </a:rPr>
              <a:t>본문 (Tab: 2단계 불릿)</a:t>
            </a:r>
            <a:endParaRPr lang="en-US" sz="1600" dirty="0"/>
          </a:p>
        </p:txBody>
      </p:sp>
      <p:sp>
        <p:nvSpPr>
          <p:cNvPr id="5" name="Text 0"/>
          <p:cNvSpPr/>
          <p:nvPr>
            <p:ph idx="103" type="body" hasCustomPrompt="1"/>
          </p:nvPr>
        </p:nvSpPr>
        <p:spPr>
          <a:xfrm>
            <a:off x="4937760" y="1417320"/>
            <a:ext cx="6565392" cy="4663440"/>
          </a:xfrm>
          <a:prstGeom prst="roundRect">
            <a:avLst>
              <a:gd name="adj" fmla="val 3268"/>
            </a:avLst>
          </a:prstGeom>
          <a:solidFill>
            <a:srgbClr val="EFEFEF"/>
          </a:solidFill>
          <a:ln/>
        </p:spPr>
        <p:txBody>
          <a:bodyPr wrap="square" lIns="228600" tIns="384048" rIns="228600" bIns="137160" rtlCol="0" anchor="t">
            <a:noAutofit/>
          </a:bodyPr>
          <a:lstStyle>
            <a:lvl1pPr algn="l" marL="0" indent="0">
              <a:lnSpc>
                <a:spcPct val="100000"/>
              </a:lnSpc>
              <a:spcAft>
                <a:spcPts val="0"/>
              </a:spcAft>
              <a:buNone/>
              <a:defRPr sz="1100">
                <a:solidFill>
                  <a:srgbClr val="000000"/>
                </a:solidFill>
                <a:latin typeface="Consolas"/>
                <a:ea typeface="Consolas"/>
                <a:cs typeface="Consolas"/>
              </a:defRPr>
            </a:lvl1pPr>
          </a:lstStyle>
          <a:p>
            <a:pPr indent="0" marL="0">
              <a:buNone/>
            </a:pPr>
            <a:r>
              <a:rPr lang="en-US" sz="1100" dirty="0">
                <a:solidFill>
                  <a:srgbClr val="000000"/>
                </a:solidFill>
                <a:latin typeface="Consolas" pitchFamily="34" charset="0"/>
                <a:ea typeface="Consolas" pitchFamily="34" charset="-122"/>
                <a:cs typeface="Consolas" pitchFamily="34" charset="-120"/>
              </a:rPr>
              <a:t>Python 코드</a:t>
            </a:r>
            <a:endParaRPr lang="en-US" sz="1100" dirty="0"/>
          </a:p>
        </p:txBody>
      </p:sp>
      <p:sp>
        <p:nvSpPr>
          <p:cNvPr id="6" name="Text 0"/>
          <p:cNvSpPr/>
          <p:nvPr/>
        </p:nvSpPr>
        <p:spPr>
          <a:xfrm>
            <a:off x="5166360" y="1527048"/>
            <a:ext cx="1828800" cy="228600"/>
          </a:xfrm>
          <a:prstGeom prst="rect">
            <a:avLst/>
          </a:prstGeom>
          <a:noFill/>
          <a:ln/>
        </p:spPr>
        <p:txBody>
          <a:bodyPr wrap="square" lIns="0" tIns="0" rIns="0" bIns="0" rtlCol="0" anchor="ctr"/>
          <a:lstStyle/>
          <a:p>
            <a:pPr indent="0" marL="0">
              <a:buNone/>
            </a:pPr>
            <a:r>
              <a:rPr lang="en-US" sz="900" dirty="0">
                <a:solidFill>
                  <a:srgbClr val="AFAFAF"/>
                </a:solidFill>
                <a:latin typeface="Consolas" pitchFamily="34" charset="0"/>
                <a:ea typeface="Consolas" pitchFamily="34" charset="-122"/>
                <a:cs typeface="Consolas" pitchFamily="34" charset="-120"/>
              </a:rPr>
              <a:t>In [ ]</a:t>
            </a:r>
            <a:endParaRPr lang="en-US" sz="900" dirty="0"/>
          </a:p>
        </p:txBody>
      </p:sp>
      <p:sp>
        <p:nvSpPr>
          <p:cNvPr id="7" name="Text 1"/>
          <p:cNvSpPr/>
          <p:nvPr/>
        </p:nvSpPr>
        <p:spPr>
          <a:xfrm>
            <a:off x="685800" y="6355080"/>
            <a:ext cx="5486400" cy="274320"/>
          </a:xfrm>
          <a:prstGeom prst="rect">
            <a:avLst/>
          </a:prstGeom>
          <a:noFill/>
          <a:ln/>
        </p:spPr>
        <p:txBody>
          <a:bodyPr wrap="square" lIns="0" tIns="0" rIns="0" bIns="0" rtlCol="0" anchor="ctr"/>
          <a:lstStyle/>
          <a:p>
            <a:pPr indent="0" marL="0">
              <a:buNone/>
            </a:pPr>
            <a:r>
              <a:rPr lang="en-US" sz="1000" dirty="0">
                <a:solidFill>
                  <a:srgbClr val="AFAFAF"/>
                </a:solidFill>
                <a:latin typeface="Pretendard Medium" pitchFamily="34" charset="0"/>
                <a:ea typeface="Pretendard Medium" pitchFamily="34" charset="-122"/>
                <a:cs typeface="Pretendard Medium" pitchFamily="34" charset="-120"/>
              </a:rPr>
              <a:t>스마트 교통물류 · 2026-2 · 교재 1장</a:t>
            </a:r>
            <a:endParaRPr lang="en-US" sz="1000" dirty="0"/>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마무리">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2194560"/>
            <a:ext cx="10058400" cy="1005840"/>
          </a:xfrm>
          <a:prstGeom prst="rect">
            <a:avLst/>
          </a:prstGeom>
          <a:noFill/>
          <a:ln/>
        </p:spPr>
        <p:txBody>
          <a:bodyPr wrap="square" lIns="0" tIns="0" rIns="0" bIns="0" rtlCol="0" anchor="ctr">
            <a:noAutofit/>
          </a:bodyPr>
          <a:lstStyle>
            <a:lvl1pPr algn="l" indent="0" marL="0">
              <a:buNone/>
              <a:defRPr lang="en-US" sz="5200" dirty="0">
                <a:solidFill>
                  <a:srgbClr val="000000"/>
                </a:solidFill>
                <a:latin typeface="Pretendard ExtraBold" pitchFamily="34" charset="0"/>
                <a:ea typeface="Pretendard ExtraBold" pitchFamily="34" charset="-122"/>
                <a:cs typeface="Pretendard ExtraBold" pitchFamily="34" charset="-120"/>
              </a:defRPr>
            </a:lvl1pPr>
          </a:lstStyle>
          <a:p>
            <a:pPr indent="0" marL="0">
              <a:buNone/>
            </a:pPr>
            <a:r>
              <a:rPr lang="en-US" sz="5200" dirty="0">
                <a:solidFill>
                  <a:srgbClr val="000000"/>
                </a:solidFill>
                <a:latin typeface="Pretendard ExtraBold" pitchFamily="34" charset="0"/>
                <a:ea typeface="Pretendard ExtraBold" pitchFamily="34" charset="-122"/>
                <a:cs typeface="Pretendard ExtraBold" pitchFamily="34" charset="-120"/>
              </a:rPr>
              <a:t>감사합니다</a:t>
            </a:r>
            <a:endParaRPr lang="en-US" sz="5200" dirty="0"/>
          </a:p>
        </p:txBody>
      </p:sp>
      <p:sp>
        <p:nvSpPr>
          <p:cNvPr id="3" name="Text 0"/>
          <p:cNvSpPr/>
          <p:nvPr>
            <p:ph idx="101" type="body" hasCustomPrompt="1"/>
          </p:nvPr>
        </p:nvSpPr>
        <p:spPr>
          <a:xfrm>
            <a:off x="685800" y="3246120"/>
            <a:ext cx="10058400" cy="548640"/>
          </a:xfrm>
          <a:prstGeom prst="rect">
            <a:avLst/>
          </a:prstGeom>
          <a:noFill/>
          <a:ln/>
        </p:spPr>
        <p:txBody>
          <a:bodyPr wrap="square" lIns="0" tIns="0" rIns="0" bIns="0" rtlCol="0" anchor="t">
            <a:noAutofit/>
          </a:bodyPr>
          <a:lstStyle>
            <a:lvl1pPr algn="l" indent="0" marL="0">
              <a:buNone/>
              <a:defRPr lang="en-US" sz="2200" dirty="0">
                <a:solidFill>
                  <a:srgbClr val="000000"/>
                </a:solidFill>
                <a:latin typeface="Pretendard ExtraLight" pitchFamily="34" charset="0"/>
                <a:ea typeface="Pretendard ExtraLight" pitchFamily="34" charset="-122"/>
                <a:cs typeface="Pretendard ExtraLight" pitchFamily="34" charset="-120"/>
              </a:defRPr>
            </a:lvl1pPr>
          </a:lstStyle>
          <a:p>
            <a:pPr indent="0" marL="0">
              <a:buNone/>
            </a:pPr>
            <a:r>
              <a:rPr lang="en-US" sz="2200" dirty="0">
                <a:solidFill>
                  <a:srgbClr val="000000"/>
                </a:solidFill>
                <a:latin typeface="Pretendard ExtraLight" pitchFamily="34" charset="0"/>
                <a:ea typeface="Pretendard ExtraLight" pitchFamily="34" charset="-122"/>
                <a:cs typeface="Pretendard ExtraLight" pitchFamily="34" charset="-120"/>
              </a:rPr>
              <a:t>부제</a:t>
            </a:r>
            <a:endParaRPr lang="en-US" sz="2200" dirty="0"/>
          </a:p>
        </p:txBody>
      </p:sp>
      <p:sp>
        <p:nvSpPr>
          <p:cNvPr id="4" name="Text 0"/>
          <p:cNvSpPr/>
          <p:nvPr>
            <p:ph idx="102" type="body" hasCustomPrompt="1"/>
          </p:nvPr>
        </p:nvSpPr>
        <p:spPr>
          <a:xfrm>
            <a:off x="685800" y="5577840"/>
            <a:ext cx="8229600" cy="320040"/>
          </a:xfrm>
          <a:prstGeom prst="rect">
            <a:avLst/>
          </a:prstGeom>
          <a:noFill/>
          <a:ln/>
        </p:spPr>
        <p:txBody>
          <a:bodyPr wrap="square" lIns="0" tIns="0" rIns="0" bIns="0" rtlCol="0" anchor="t">
            <a:noAutofit/>
          </a:bodyPr>
          <a:lstStyle>
            <a:lvl1pPr algn="l" indent="0" marL="0">
              <a:buNone/>
              <a:defRPr lang="en-US" sz="1400" dirty="0">
                <a:solidFill>
                  <a:srgbClr val="AFAFAF"/>
                </a:solidFill>
                <a:latin typeface="Pretendard Medium" pitchFamily="34" charset="0"/>
                <a:ea typeface="Pretendard Medium" pitchFamily="34" charset="-122"/>
                <a:cs typeface="Pretendard Medium" pitchFamily="34" charset="-120"/>
              </a:defRPr>
            </a:lvl1pPr>
          </a:lstStyle>
          <a:p>
            <a:pPr indent="0" marL="0">
              <a:buNone/>
            </a:pPr>
            <a:r>
              <a:rPr lang="en-US" sz="1400" dirty="0">
                <a:solidFill>
                  <a:srgbClr val="AFAFAF"/>
                </a:solidFill>
                <a:latin typeface="Pretendard Medium" pitchFamily="34" charset="0"/>
                <a:ea typeface="Pretendard Medium" pitchFamily="34" charset="-122"/>
                <a:cs typeface="Pretendard Medium" pitchFamily="34" charset="-120"/>
              </a:rPr>
              <a:t>연락처</a:t>
            </a:r>
            <a:endParaRPr lang="en-US" sz="1400" dirty="0"/>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스마트 교통물류 · 2026-2</a:t>
            </a:r>
          </a:p>
        </p:txBody>
      </p:sp>
      <p:sp>
        <p:nvSpPr>
          <p:cNvPr id="3" name="Text Placeholder 2"/>
          <p:cNvSpPr>
            <a:spLocks noGrp="1"/>
          </p:cNvSpPr>
          <p:nvPr>
            <p:ph type="body" idx="101"/>
          </p:nvPr>
        </p:nvSpPr>
        <p:spPr/>
        <p:txBody>
          <a:bodyPr/>
          <a:lstStyle/>
          <a:p>
            <a:r>
              <a:t>1주차 화요일</a:t>
            </a:r>
          </a:p>
        </p:txBody>
      </p:sp>
      <p:sp>
        <p:nvSpPr>
          <p:cNvPr id="4" name="Title 3"/>
          <p:cNvSpPr>
            <a:spLocks noGrp="1"/>
          </p:cNvSpPr>
          <p:nvPr>
            <p:ph type="title" idx="102"/>
          </p:nvPr>
        </p:nvSpPr>
        <p:spPr/>
        <p:txBody>
          <a:bodyPr/>
          <a:lstStyle/>
          <a:p>
            <a:r>
              <a:t>왜 시뮬레이션인가</a:t>
            </a:r>
          </a:p>
        </p:txBody>
      </p:sp>
      <p:sp>
        <p:nvSpPr>
          <p:cNvPr id="5" name="Text Placeholder 4"/>
          <p:cNvSpPr>
            <a:spLocks noGrp="1"/>
          </p:cNvSpPr>
          <p:nvPr>
            <p:ph type="body" idx="103"/>
          </p:nvPr>
        </p:nvSpPr>
        <p:spPr/>
        <p:txBody>
          <a:bodyPr/>
          <a:lstStyle/>
          <a:p>
            <a:r>
              <a:t>교재 1장</a:t>
            </a:r>
          </a:p>
        </p:txBody>
      </p:sp>
      <p:sp>
        <p:nvSpPr>
          <p:cNvPr id="6" name="Text Placeholder 5"/>
          <p:cNvSpPr>
            <a:spLocks noGrp="1"/>
          </p:cNvSpPr>
          <p:nvPr>
            <p:ph type="body" idx="104"/>
          </p:nvPr>
        </p:nvSpPr>
        <p:spPr/>
        <p:txBody>
          <a:bodyPr/>
          <a:lstStyle/>
          <a:p>
            <a:r>
              <a:t>여지호 · 가천대학교 스마트시티학과</a:t>
            </a:r>
          </a:p>
        </p:txBody>
      </p:sp>
      <p:sp>
        <p:nvSpPr>
          <p:cNvPr id="7" name="Text Placeholder 6"/>
          <p:cNvSpPr>
            <a:spLocks noGrp="1"/>
          </p:cNvSpPr>
          <p:nvPr>
            <p:ph type="body" idx="105"/>
          </p:nvPr>
        </p:nvSpPr>
        <p:spPr/>
        <p:txBody>
          <a:bodyPr/>
          <a:lstStyle/>
          <a:p>
            <a:r>
              <a:t>2026년 9월 1일 (화)</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강의 목차</a:t>
            </a:r>
          </a:p>
        </p:txBody>
      </p:sp>
      <p:sp>
        <p:nvSpPr>
          <p:cNvPr id="3" name="Text Placeholder 2"/>
          <p:cNvSpPr>
            <a:spLocks noGrp="1"/>
          </p:cNvSpPr>
          <p:nvPr>
            <p:ph type="body" idx="101"/>
          </p:nvPr>
        </p:nvSpPr>
        <p:spPr/>
        <p:txBody>
          <a:bodyPr/>
          <a:lstStyle/>
          <a:p>
            <a:r>
              <a:t>교재 1장</a:t>
            </a:r>
          </a:p>
        </p:txBody>
      </p:sp>
      <p:graphicFrame>
        <p:nvGraphicFramePr>
          <p:cNvPr id="5" name="Table Placeholder 4"/>
          <p:cNvGraphicFramePr>
            <a:graphicFrameLocks noGrp="1"/>
          </p:cNvGraphicFramePr>
          <p:nvPr>
            <p:ph type="tbl" idx="103"/>
          </p:nvPr>
        </p:nvGraphicFramePr>
        <p:xfrm>
          <a:off x="685800" y="1828800"/>
          <a:ext cx="10820093" cy="4419600"/>
        </p:xfrm>
        <a:graphic>
          <a:graphicData uri="http://schemas.openxmlformats.org/drawingml/2006/table">
            <a:tbl>
              <a:tblPr firstRow="0" bandRow="0" firstCol="0" lastRow="0" lastCol="0" bandCol="0"/>
              <a:tblGrid>
                <a:gridCol w="914631"/>
                <a:gridCol w="2560969"/>
                <a:gridCol w="7344493"/>
              </a:tblGrid>
              <a:tr h="736600">
                <a:tc>
                  <a:txBody>
                    <a:bodyPr/>
                    <a:lstStyle/>
                    <a:p>
                      <a:r>
                        <a:rPr sz="2600" b="0">
                          <a:solidFill>
                            <a:srgbClr val="000000"/>
                          </a:solidFill>
                          <a:latin typeface="Pretendard ExtraBold"/>
                        </a:rPr>
                        <a:t>01</a:t>
                      </a:r>
                    </a:p>
                  </a:txBody>
                  <a:tcPr marL="0" marR="101600" marT="127000" marB="127000" anchor="ctr">
                    <a:solidFill>
                      <a:srgbClr val="FFFFFF"/>
                    </a:solidFill>
                    <a:lnL w="0">
                      <a:noFill/>
                    </a:lnL>
                    <a:lnR w="0">
                      <a:noFill/>
                    </a:lnR>
                    <a:lnT w="0">
                      <a:noFill/>
                    </a:lnT>
                    <a:lnB w="9525">
                      <a:solidFill>
                        <a:srgbClr val="E2E2E2"/>
                      </a:solidFill>
                    </a:lnB>
                  </a:tcPr>
                </a:tc>
                <a:tc>
                  <a:txBody>
                    <a:bodyPr/>
                    <a:lstStyle/>
                    <a:p>
                      <a:r>
                        <a:rPr sz="1800" b="1">
                          <a:solidFill>
                            <a:srgbClr val="000000"/>
                          </a:solidFill>
                          <a:latin typeface="Pretendard"/>
                        </a:rPr>
                        <a:t>도입과 학습 목표</a:t>
                      </a:r>
                    </a:p>
                  </a:txBody>
                  <a:tcPr marL="101600" marR="101600" marT="127000" marB="1270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1.1 하남시 심야 버스 20대  ·  1.2 학습 목표</a:t>
                      </a:r>
                    </a:p>
                  </a:txBody>
                  <a:tcPr marL="101600" marR="101600" marT="127000" marB="127000" anchor="ctr">
                    <a:solidFill>
                      <a:srgbClr val="FFFFFF"/>
                    </a:solidFill>
                    <a:lnL w="0">
                      <a:noFill/>
                    </a:lnL>
                    <a:lnR w="0">
                      <a:noFill/>
                    </a:lnR>
                    <a:lnT w="0">
                      <a:noFill/>
                    </a:lnT>
                    <a:lnB w="9525">
                      <a:solidFill>
                        <a:srgbClr val="E2E2E2"/>
                      </a:solidFill>
                    </a:lnB>
                  </a:tcPr>
                </a:tc>
              </a:tr>
              <a:tr h="736600">
                <a:tc>
                  <a:txBody>
                    <a:bodyPr/>
                    <a:lstStyle/>
                    <a:p>
                      <a:r>
                        <a:rPr sz="2600" b="0">
                          <a:solidFill>
                            <a:srgbClr val="000000"/>
                          </a:solidFill>
                          <a:latin typeface="Pretendard ExtraBold"/>
                        </a:rPr>
                        <a:t>02</a:t>
                      </a:r>
                    </a:p>
                  </a:txBody>
                  <a:tcPr marL="0" marR="101600" marT="127000" marB="127000" anchor="ctr">
                    <a:solidFill>
                      <a:srgbClr val="FFFFFF"/>
                    </a:solidFill>
                    <a:lnL w="0">
                      <a:noFill/>
                    </a:lnL>
                    <a:lnR w="0">
                      <a:noFill/>
                    </a:lnR>
                    <a:lnT w="0">
                      <a:noFill/>
                    </a:lnT>
                    <a:lnB w="9525">
                      <a:solidFill>
                        <a:srgbClr val="E2E2E2"/>
                      </a:solidFill>
                    </a:lnB>
                  </a:tcPr>
                </a:tc>
                <a:tc>
                  <a:txBody>
                    <a:bodyPr/>
                    <a:lstStyle/>
                    <a:p>
                      <a:r>
                        <a:rPr sz="1800" b="1">
                          <a:solidFill>
                            <a:srgbClr val="000000"/>
                          </a:solidFill>
                          <a:latin typeface="Pretendard"/>
                        </a:rPr>
                        <a:t>교재 1.1 좋은 모빌리티 시스템</a:t>
                      </a:r>
                    </a:p>
                  </a:txBody>
                  <a:tcPr marL="101600" marR="101600" marT="127000" marB="1270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2.1 관점에 따라 갈리는 좋음</a:t>
                      </a:r>
                    </a:p>
                  </a:txBody>
                  <a:tcPr marL="101600" marR="101600" marT="127000" marB="127000" anchor="ctr">
                    <a:solidFill>
                      <a:srgbClr val="FFFFFF"/>
                    </a:solidFill>
                    <a:lnL w="0">
                      <a:noFill/>
                    </a:lnL>
                    <a:lnR w="0">
                      <a:noFill/>
                    </a:lnR>
                    <a:lnT w="0">
                      <a:noFill/>
                    </a:lnT>
                    <a:lnB w="9525">
                      <a:solidFill>
                        <a:srgbClr val="E2E2E2"/>
                      </a:solidFill>
                    </a:lnB>
                  </a:tcPr>
                </a:tc>
              </a:tr>
              <a:tr h="736600">
                <a:tc>
                  <a:txBody>
                    <a:bodyPr/>
                    <a:lstStyle/>
                    <a:p>
                      <a:r>
                        <a:rPr sz="2600" b="0">
                          <a:solidFill>
                            <a:srgbClr val="000000"/>
                          </a:solidFill>
                          <a:latin typeface="Pretendard ExtraBold"/>
                        </a:rPr>
                        <a:t>03</a:t>
                      </a:r>
                    </a:p>
                  </a:txBody>
                  <a:tcPr marL="0" marR="101600" marT="127000" marB="127000" anchor="ctr">
                    <a:solidFill>
                      <a:srgbClr val="FFFFFF"/>
                    </a:solidFill>
                    <a:lnL w="0">
                      <a:noFill/>
                    </a:lnL>
                    <a:lnR w="0">
                      <a:noFill/>
                    </a:lnR>
                    <a:lnT w="0">
                      <a:noFill/>
                    </a:lnT>
                    <a:lnB w="9525">
                      <a:solidFill>
                        <a:srgbClr val="E2E2E2"/>
                      </a:solidFill>
                    </a:lnB>
                  </a:tcPr>
                </a:tc>
                <a:tc>
                  <a:txBody>
                    <a:bodyPr/>
                    <a:lstStyle/>
                    <a:p>
                      <a:r>
                        <a:rPr sz="1800" b="1">
                          <a:solidFill>
                            <a:srgbClr val="000000"/>
                          </a:solidFill>
                          <a:latin typeface="Pretendard"/>
                        </a:rPr>
                        <a:t>교재 1.2 시뮬레이션이 필요한 이유</a:t>
                      </a:r>
                    </a:p>
                  </a:txBody>
                  <a:tcPr marL="101600" marR="101600" marT="127000" marB="1270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3.1 한 달 운영으로 얻는 것  ·  3.2 기존 도구가 맞지 않는 이유  ·  3.3 필요한 조건과 재료</a:t>
                      </a:r>
                    </a:p>
                  </a:txBody>
                  <a:tcPr marL="101600" marR="101600" marT="127000" marB="127000" anchor="ctr">
                    <a:solidFill>
                      <a:srgbClr val="FFFFFF"/>
                    </a:solidFill>
                    <a:lnL w="0">
                      <a:noFill/>
                    </a:lnL>
                    <a:lnR w="0">
                      <a:noFill/>
                    </a:lnR>
                    <a:lnT w="0">
                      <a:noFill/>
                    </a:lnT>
                    <a:lnB w="9525">
                      <a:solidFill>
                        <a:srgbClr val="E2E2E2"/>
                      </a:solidFill>
                    </a:lnB>
                  </a:tcPr>
                </a:tc>
              </a:tr>
              <a:tr h="736600">
                <a:tc>
                  <a:txBody>
                    <a:bodyPr/>
                    <a:lstStyle/>
                    <a:p>
                      <a:r>
                        <a:rPr sz="2600" b="0">
                          <a:solidFill>
                            <a:srgbClr val="000000"/>
                          </a:solidFill>
                          <a:latin typeface="Pretendard ExtraBold"/>
                        </a:rPr>
                        <a:t>04</a:t>
                      </a:r>
                    </a:p>
                  </a:txBody>
                  <a:tcPr marL="0" marR="101600" marT="127000" marB="127000" anchor="ctr">
                    <a:solidFill>
                      <a:srgbClr val="FFFFFF"/>
                    </a:solidFill>
                    <a:lnL w="0">
                      <a:noFill/>
                    </a:lnL>
                    <a:lnR w="0">
                      <a:noFill/>
                    </a:lnR>
                    <a:lnT w="0">
                      <a:noFill/>
                    </a:lnT>
                    <a:lnB w="9525">
                      <a:solidFill>
                        <a:srgbClr val="E2E2E2"/>
                      </a:solidFill>
                    </a:lnB>
                  </a:tcPr>
                </a:tc>
                <a:tc>
                  <a:txBody>
                    <a:bodyPr/>
                    <a:lstStyle/>
                    <a:p>
                      <a:r>
                        <a:rPr sz="1800" b="1">
                          <a:solidFill>
                            <a:srgbClr val="000000"/>
                          </a:solidFill>
                          <a:latin typeface="Pretendard"/>
                        </a:rPr>
                        <a:t>교재 1.3 답 다음에 오는 질문</a:t>
                      </a:r>
                    </a:p>
                  </a:txBody>
                  <a:tcPr marL="101600" marR="101600" marT="127000" marB="1270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4.1 평균 4.1분 뒤의 분포  ·  4.2 차량 80대 중 태운 차 10대</a:t>
                      </a:r>
                    </a:p>
                  </a:txBody>
                  <a:tcPr marL="101600" marR="101600" marT="127000" marB="127000" anchor="ctr">
                    <a:solidFill>
                      <a:srgbClr val="FFFFFF"/>
                    </a:solidFill>
                    <a:lnL w="0">
                      <a:noFill/>
                    </a:lnL>
                    <a:lnR w="0">
                      <a:noFill/>
                    </a:lnR>
                    <a:lnT w="0">
                      <a:noFill/>
                    </a:lnT>
                    <a:lnB w="9525">
                      <a:solidFill>
                        <a:srgbClr val="E2E2E2"/>
                      </a:solidFill>
                    </a:lnB>
                  </a:tcPr>
                </a:tc>
              </a:tr>
              <a:tr h="736600">
                <a:tc>
                  <a:txBody>
                    <a:bodyPr/>
                    <a:lstStyle/>
                    <a:p>
                      <a:r>
                        <a:rPr sz="2600" b="0">
                          <a:solidFill>
                            <a:srgbClr val="000000"/>
                          </a:solidFill>
                          <a:latin typeface="Pretendard ExtraBold"/>
                        </a:rPr>
                        <a:t>05</a:t>
                      </a:r>
                    </a:p>
                  </a:txBody>
                  <a:tcPr marL="0" marR="101600" marT="127000" marB="127000" anchor="ctr">
                    <a:solidFill>
                      <a:srgbClr val="FFFFFF"/>
                    </a:solidFill>
                    <a:lnL w="0">
                      <a:noFill/>
                    </a:lnL>
                    <a:lnR w="0">
                      <a:noFill/>
                    </a:lnR>
                    <a:lnT w="0">
                      <a:noFill/>
                    </a:lnT>
                    <a:lnB w="9525">
                      <a:solidFill>
                        <a:srgbClr val="E2E2E2"/>
                      </a:solidFill>
                    </a:lnB>
                  </a:tcPr>
                </a:tc>
                <a:tc>
                  <a:txBody>
                    <a:bodyPr/>
                    <a:lstStyle/>
                    <a:p>
                      <a:r>
                        <a:rPr sz="1800" b="1">
                          <a:solidFill>
                            <a:srgbClr val="000000"/>
                          </a:solidFill>
                          <a:latin typeface="Pretendard"/>
                        </a:rPr>
                        <a:t>교재 1.4 시뮬레이터의 구조</a:t>
                      </a:r>
                    </a:p>
                  </a:txBody>
                  <a:tcPr marL="101600" marR="101600" marT="127000" marB="1270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5.1 시뮬레이터의 네 부분  ·  5.2 각 상자와 대응하는 장</a:t>
                      </a:r>
                    </a:p>
                  </a:txBody>
                  <a:tcPr marL="101600" marR="101600" marT="127000" marB="127000" anchor="ctr">
                    <a:solidFill>
                      <a:srgbClr val="FFFFFF"/>
                    </a:solidFill>
                    <a:lnL w="0">
                      <a:noFill/>
                    </a:lnL>
                    <a:lnR w="0">
                      <a:noFill/>
                    </a:lnR>
                    <a:lnT w="0">
                      <a:noFill/>
                    </a:lnT>
                    <a:lnB w="9525">
                      <a:solidFill>
                        <a:srgbClr val="E2E2E2"/>
                      </a:solidFill>
                    </a:lnB>
                  </a:tcPr>
                </a:tc>
              </a:tr>
              <a:tr h="736600">
                <a:tc>
                  <a:txBody>
                    <a:bodyPr/>
                    <a:lstStyle/>
                    <a:p>
                      <a:r>
                        <a:rPr sz="2600" b="0">
                          <a:solidFill>
                            <a:srgbClr val="000000"/>
                          </a:solidFill>
                          <a:latin typeface="Pretendard ExtraBold"/>
                        </a:rPr>
                        <a:t>06</a:t>
                      </a:r>
                    </a:p>
                  </a:txBody>
                  <a:tcPr marL="0" marR="101600" marT="127000" marB="127000" anchor="ctr">
                    <a:solidFill>
                      <a:srgbClr val="FFFFFF"/>
                    </a:solidFill>
                    <a:lnL w="0">
                      <a:noFill/>
                    </a:lnL>
                    <a:lnR w="0">
                      <a:noFill/>
                    </a:lnR>
                    <a:lnT w="0">
                      <a:noFill/>
                    </a:lnT>
                    <a:lnB w="9525">
                      <a:solidFill>
                        <a:srgbClr val="E2E2E2"/>
                      </a:solidFill>
                    </a:lnB>
                  </a:tcPr>
                </a:tc>
                <a:tc>
                  <a:txBody>
                    <a:bodyPr/>
                    <a:lstStyle/>
                    <a:p>
                      <a:r>
                        <a:rPr sz="1800" b="1">
                          <a:solidFill>
                            <a:srgbClr val="000000"/>
                          </a:solidFill>
                          <a:latin typeface="Pretendard"/>
                        </a:rPr>
                        <a:t>정리와 연습</a:t>
                      </a:r>
                    </a:p>
                  </a:txBody>
                  <a:tcPr marL="101600" marR="101600" marT="127000" marB="1270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6.1 오늘의 정리  ·  6.2 연습과 다음 장</a:t>
                      </a:r>
                    </a:p>
                  </a:txBody>
                  <a:tcPr marL="101600" marR="101600" marT="127000" marB="127000" anchor="ctr">
                    <a:solidFill>
                      <a:srgbClr val="FFFFFF"/>
                    </a:solidFill>
                    <a:lnL w="0">
                      <a:noFill/>
                    </a:lnL>
                    <a:lnR w="0">
                      <a:noFill/>
                    </a:lnR>
                    <a:lnT w="0">
                      <a:noFill/>
                    </a:lnT>
                    <a:lnB w="9525">
                      <a:solidFill>
                        <a:srgbClr val="E2E2E2"/>
                      </a:solidFill>
                    </a:lnB>
                  </a:tcPr>
                </a:tc>
              </a:tr>
            </a:tbl>
          </a:graphicData>
        </a:graphic>
      </p:graphicFrame>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1007</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01</a:t>
            </a:r>
          </a:p>
        </p:txBody>
      </p:sp>
      <p:sp>
        <p:nvSpPr>
          <p:cNvPr id="3" name="Title 2"/>
          <p:cNvSpPr>
            <a:spLocks noGrp="1"/>
          </p:cNvSpPr>
          <p:nvPr>
            <p:ph type="title" idx="101"/>
          </p:nvPr>
        </p:nvSpPr>
        <p:spPr/>
        <p:txBody>
          <a:bodyPr/>
          <a:lstStyle/>
          <a:p>
            <a:r>
              <a:t>도입과 학습 목표</a:t>
            </a:r>
          </a:p>
        </p:txBody>
      </p:sp>
      <p:sp>
        <p:nvSpPr>
          <p:cNvPr id="4" name="Text Placeholder 3"/>
          <p:cNvSpPr>
            <a:spLocks noGrp="1"/>
          </p:cNvSpPr>
          <p:nvPr>
            <p:ph type="body" idx="102"/>
          </p:nvPr>
        </p:nvSpPr>
        <p:spPr/>
        <p:txBody>
          <a:bodyPr/>
          <a:lstStyle/>
          <a:p>
            <a:pPr>
              <a:spcAft>
                <a:spcPts val="1000"/>
              </a:spcAft>
            </a:pPr>
            <a:r>
              <a:rPr>
                <a:solidFill>
                  <a:srgbClr val="AFAFAF"/>
                </a:solidFill>
              </a:rPr>
              <a:t>1.1  </a:t>
            </a:r>
            <a:r>
              <a:t>하남시 심야 버스 20대</a:t>
            </a:r>
          </a:p>
          <a:p>
            <a:pPr>
              <a:spcAft>
                <a:spcPts val="1000"/>
              </a:spcAft>
            </a:pPr>
            <a:r>
              <a:rPr>
                <a:solidFill>
                  <a:srgbClr val="AFAFAF"/>
                </a:solidFill>
              </a:rPr>
              <a:t>1.2  </a:t>
            </a:r>
            <a:r>
              <a:t>학습 목표</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1.1 하남시 심야 버스 20대</a:t>
            </a:r>
          </a:p>
        </p:txBody>
      </p:sp>
      <p:sp>
        <p:nvSpPr>
          <p:cNvPr id="3" name="Text Placeholder 2"/>
          <p:cNvSpPr>
            <a:spLocks noGrp="1"/>
          </p:cNvSpPr>
          <p:nvPr>
            <p:ph type="body" idx="101"/>
          </p:nvPr>
        </p:nvSpPr>
        <p:spPr/>
        <p:txBody>
          <a:bodyPr/>
          <a:lstStyle/>
          <a:p>
            <a:r>
              <a:t>1. 도입과 학습 목표</a:t>
            </a:r>
          </a:p>
        </p:txBody>
      </p:sp>
      <p:sp>
        <p:nvSpPr>
          <p:cNvPr id="4" name="Text Placeholder 3"/>
          <p:cNvSpPr>
            <a:spLocks noGrp="1"/>
          </p:cNvSpPr>
          <p:nvPr>
            <p:ph type="body" idx="102"/>
          </p:nvPr>
        </p:nvSpPr>
        <p:spPr/>
        <p:txBody>
          <a:bodyPr/>
          <a:lstStyle/>
          <a:p>
            <a:pPr/>
            <a:r>
              <a:t>수요응답형 버스 20대 투입 시 결정 사항 3가지</a:t>
            </a:r>
          </a:p>
          <a:p>
            <a:pPr lvl="1"/>
            <a:r>
              <a:t>차고지별 배치 대수</a:t>
            </a:r>
          </a:p>
          <a:p>
            <a:pPr lvl="1"/>
            <a:r>
              <a:t>호출 중복 시 탑승 우선순위</a:t>
            </a:r>
          </a:p>
          <a:p>
            <a:pPr lvl="1"/>
            <a:r>
              <a:t>승객 평균 대기시간</a:t>
            </a:r>
          </a:p>
          <a:p>
            <a:pPr/>
            <a:r>
              <a:t>세 번째에 답 없으면 앞의 두 개도 결정 불가</a:t>
            </a:r>
          </a:p>
          <a:p>
            <a:pPr/>
            <a:r>
              <a:t>이 장의 범위: 그 답을 얻는 방법</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1.2 학습 목표</a:t>
            </a:r>
          </a:p>
        </p:txBody>
      </p:sp>
      <p:sp>
        <p:nvSpPr>
          <p:cNvPr id="3" name="Text Placeholder 2"/>
          <p:cNvSpPr>
            <a:spLocks noGrp="1"/>
          </p:cNvSpPr>
          <p:nvPr>
            <p:ph type="body" idx="101"/>
          </p:nvPr>
        </p:nvSpPr>
        <p:spPr/>
        <p:txBody>
          <a:bodyPr/>
          <a:lstStyle/>
          <a:p>
            <a:r>
              <a:t>1. 도입과 학습 목표</a:t>
            </a:r>
          </a:p>
        </p:txBody>
      </p:sp>
      <p:sp>
        <p:nvSpPr>
          <p:cNvPr id="4" name="Text Placeholder 3"/>
          <p:cNvSpPr>
            <a:spLocks noGrp="1"/>
          </p:cNvSpPr>
          <p:nvPr>
            <p:ph type="body" idx="102"/>
          </p:nvPr>
        </p:nvSpPr>
        <p:spPr/>
        <p:txBody>
          <a:bodyPr/>
          <a:lstStyle/>
          <a:p>
            <a:pPr/>
            <a:r>
              <a:t>시뮬레이션과 실제 운영의 차이 — 한 문장으로 설명</a:t>
            </a:r>
          </a:p>
          <a:p>
            <a:pPr/>
            <a:r>
              <a:t>VISSIM·SUMO가 이 문제에 맞지 않는 이유</a:t>
            </a:r>
          </a:p>
          <a:p>
            <a:pPr/>
            <a:r>
              <a:t>0장 결과에서 차량 감축 가능성 질문 도출</a:t>
            </a:r>
          </a:p>
          <a:p>
            <a:pPr/>
            <a:r>
              <a:t>시뮬레이터의 네 부분과 각각을 다루는 장</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02</a:t>
            </a:r>
          </a:p>
        </p:txBody>
      </p:sp>
      <p:sp>
        <p:nvSpPr>
          <p:cNvPr id="3" name="Title 2"/>
          <p:cNvSpPr>
            <a:spLocks noGrp="1"/>
          </p:cNvSpPr>
          <p:nvPr>
            <p:ph type="title" idx="101"/>
          </p:nvPr>
        </p:nvSpPr>
        <p:spPr/>
        <p:txBody>
          <a:bodyPr/>
          <a:lstStyle/>
          <a:p>
            <a:r>
              <a:t>교재 1.1 좋은 모빌리티 시스템</a:t>
            </a:r>
          </a:p>
        </p:txBody>
      </p:sp>
      <p:sp>
        <p:nvSpPr>
          <p:cNvPr id="4" name="Text Placeholder 3"/>
          <p:cNvSpPr>
            <a:spLocks noGrp="1"/>
          </p:cNvSpPr>
          <p:nvPr>
            <p:ph type="body" idx="102"/>
          </p:nvPr>
        </p:nvSpPr>
        <p:spPr/>
        <p:txBody>
          <a:bodyPr/>
          <a:lstStyle/>
          <a:p>
            <a:pPr>
              <a:spcAft>
                <a:spcPts val="1000"/>
              </a:spcAft>
            </a:pPr>
            <a:r>
              <a:rPr>
                <a:solidFill>
                  <a:srgbClr val="AFAFAF"/>
                </a:solidFill>
              </a:rPr>
              <a:t>2.1  </a:t>
            </a:r>
            <a:r>
              <a:t>관점에 따라 갈리는 좋음</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2.1 관점에 따라 갈리는 좋음</a:t>
            </a:r>
          </a:p>
        </p:txBody>
      </p:sp>
      <p:sp>
        <p:nvSpPr>
          <p:cNvPr id="3" name="Text Placeholder 2"/>
          <p:cNvSpPr>
            <a:spLocks noGrp="1"/>
          </p:cNvSpPr>
          <p:nvPr>
            <p:ph type="body" idx="101"/>
          </p:nvPr>
        </p:nvSpPr>
        <p:spPr/>
        <p:txBody>
          <a:bodyPr/>
          <a:lstStyle/>
          <a:p>
            <a:r>
              <a:t>2. 교재 1.1 좋은 모빌리티 시스템</a:t>
            </a:r>
          </a:p>
        </p:txBody>
      </p:sp>
      <p:sp>
        <p:nvSpPr>
          <p:cNvPr id="4" name="Text Placeholder 3"/>
          <p:cNvSpPr>
            <a:spLocks noGrp="1"/>
          </p:cNvSpPr>
          <p:nvPr>
            <p:ph type="body" idx="102"/>
          </p:nvPr>
        </p:nvSpPr>
        <p:spPr/>
        <p:txBody>
          <a:bodyPr/>
          <a:lstStyle/>
          <a:p>
            <a:pPr/>
            <a:r>
              <a:t>대상: 사람·물건 이동 장치 전부</a:t>
            </a:r>
          </a:p>
          <a:p>
            <a:pPr lvl="1"/>
            <a:r>
              <a:t>지하철·버스·택시·자전거·도보</a:t>
            </a:r>
          </a:p>
          <a:p>
            <a:pPr/>
            <a:r>
              <a:t>충돌: 증차 → 대기 감소, 빈 차 증가</a:t>
            </a:r>
          </a:p>
          <a:p>
            <a:pPr/>
            <a:r>
              <a:t>좋음의 조건: 개선분과 포기분을 함께 수치로</a:t>
            </a:r>
          </a:p>
        </p:txBody>
      </p:sp>
      <p:sp>
        <p:nvSpPr>
          <p:cNvPr id="5" name="Text Placeholder 4"/>
          <p:cNvSpPr>
            <a:spLocks noGrp="1"/>
          </p:cNvSpPr>
          <p:nvPr>
            <p:ph type="body" idx="103"/>
          </p:nvPr>
        </p:nvSpPr>
        <p:spPr/>
        <p:txBody>
          <a:bodyPr/>
          <a:lstStyle/>
          <a:p>
            <a:r>
              <a:t>표 1. 세 관점이 바라는 것과 그것을 측정하는 지표</a:t>
            </a:r>
          </a:p>
        </p:txBody>
      </p:sp>
      <p:graphicFrame>
        <p:nvGraphicFramePr>
          <p:cNvPr id="6" name="Table Placeholder 5"/>
          <p:cNvGraphicFramePr>
            <a:graphicFrameLocks noGrp="1"/>
          </p:cNvGraphicFramePr>
          <p:nvPr>
            <p:ph type="tbl" idx="104"/>
          </p:nvPr>
        </p:nvGraphicFramePr>
        <p:xfrm>
          <a:off x="4937760" y="1828800"/>
          <a:ext cx="6565392" cy="2311400"/>
        </p:xfrm>
        <a:graphic>
          <a:graphicData uri="http://schemas.openxmlformats.org/drawingml/2006/table">
            <a:tbl>
              <a:tblPr firstRow="0" bandRow="0" firstCol="0" lastRow="0" lastCol="0" bandCol="0"/>
              <a:tblGrid>
                <a:gridCol w="2188464"/>
                <a:gridCol w="2188464"/>
                <a:gridCol w="2188464"/>
              </a:tblGrid>
              <a:tr h="406400">
                <a:tc>
                  <a:txBody>
                    <a:bodyPr/>
                    <a:lstStyle/>
                    <a:p>
                      <a:r>
                        <a:rPr sz="1300" b="0">
                          <a:solidFill>
                            <a:srgbClr val="FFFFFF"/>
                          </a:solidFill>
                          <a:latin typeface="Pretendard Medium"/>
                        </a:rPr>
                        <a:t>관점</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바라는 것</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지표</a:t>
                      </a:r>
                    </a:p>
                  </a:txBody>
                  <a:tcPr marL="101600" marR="101600" marT="76200" marB="76200" anchor="ctr">
                    <a:solidFill>
                      <a:srgbClr val="000000"/>
                    </a:solidFill>
                    <a:lnL w="0">
                      <a:noFill/>
                    </a:lnL>
                    <a:lnR w="0">
                      <a:noFill/>
                    </a:lnR>
                    <a:lnT w="0">
                      <a:noFill/>
                    </a:lnT>
                    <a:lnB w="0">
                      <a:noFill/>
                    </a:lnB>
                  </a:tcPr>
                </a:tc>
              </a:tr>
              <a:tr h="635000">
                <a:tc>
                  <a:txBody>
                    <a:bodyPr/>
                    <a:lstStyle/>
                    <a:p>
                      <a:r>
                        <a:rPr sz="1300" b="1">
                          <a:solidFill>
                            <a:srgbClr val="000000"/>
                          </a:solidFill>
                          <a:latin typeface="Pretendard"/>
                        </a:rPr>
                        <a:t>승객</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짧은 대기·통행시간</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대기시간, 통행시간</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운영자</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차량 가동 극대화</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차량당 승객 수, 가동률</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도시</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혼잡·배기가스 감소</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총 주행거리, 공차 거리</a:t>
                      </a:r>
                    </a:p>
                  </a:txBody>
                  <a:tcPr marL="101600" marR="101600" marT="101600" marB="101600" anchor="ctr">
                    <a:solidFill>
                      <a:srgbClr val="FFFFFF"/>
                    </a:solidFill>
                    <a:lnL w="0">
                      <a:noFill/>
                    </a:lnL>
                    <a:lnR w="0">
                      <a:noFill/>
                    </a:lnR>
                    <a:lnT w="0">
                      <a:noFill/>
                    </a:lnT>
                    <a:lnB w="9525">
                      <a:solidFill>
                        <a:srgbClr val="E2E2E2"/>
                      </a:solidFill>
                    </a:lnB>
                  </a:tcPr>
                </a:tc>
              </a:tr>
            </a:tbl>
          </a:graphicData>
        </a:graphic>
      </p:graphicFrame>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1008</a:t>
            </a:fld>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03</a:t>
            </a:r>
          </a:p>
        </p:txBody>
      </p:sp>
      <p:sp>
        <p:nvSpPr>
          <p:cNvPr id="3" name="Title 2"/>
          <p:cNvSpPr>
            <a:spLocks noGrp="1"/>
          </p:cNvSpPr>
          <p:nvPr>
            <p:ph type="title" idx="101"/>
          </p:nvPr>
        </p:nvSpPr>
        <p:spPr/>
        <p:txBody>
          <a:bodyPr/>
          <a:lstStyle/>
          <a:p>
            <a:r>
              <a:t>교재 1.2 시뮬레이션이 필요한 이유</a:t>
            </a:r>
          </a:p>
        </p:txBody>
      </p:sp>
      <p:sp>
        <p:nvSpPr>
          <p:cNvPr id="4" name="Text Placeholder 3"/>
          <p:cNvSpPr>
            <a:spLocks noGrp="1"/>
          </p:cNvSpPr>
          <p:nvPr>
            <p:ph type="body" idx="102"/>
          </p:nvPr>
        </p:nvSpPr>
        <p:spPr/>
        <p:txBody>
          <a:bodyPr/>
          <a:lstStyle/>
          <a:p>
            <a:pPr>
              <a:spcAft>
                <a:spcPts val="1000"/>
              </a:spcAft>
            </a:pPr>
            <a:r>
              <a:rPr>
                <a:solidFill>
                  <a:srgbClr val="AFAFAF"/>
                </a:solidFill>
              </a:rPr>
              <a:t>3.1  </a:t>
            </a:r>
            <a:r>
              <a:t>한 달 운영으로 얻는 것</a:t>
            </a:r>
          </a:p>
          <a:p>
            <a:pPr>
              <a:spcAft>
                <a:spcPts val="1000"/>
              </a:spcAft>
            </a:pPr>
            <a:r>
              <a:rPr>
                <a:solidFill>
                  <a:srgbClr val="AFAFAF"/>
                </a:solidFill>
              </a:rPr>
              <a:t>3.2  </a:t>
            </a:r>
            <a:r>
              <a:t>기존 도구가 맞지 않는 이유</a:t>
            </a:r>
          </a:p>
          <a:p>
            <a:pPr>
              <a:spcAft>
                <a:spcPts val="1000"/>
              </a:spcAft>
            </a:pPr>
            <a:r>
              <a:rPr>
                <a:solidFill>
                  <a:srgbClr val="AFAFAF"/>
                </a:solidFill>
              </a:rPr>
              <a:t>3.3  </a:t>
            </a:r>
            <a:r>
              <a:t>필요한 조건과 재료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3.1 한 달 운영으로 얻는 것</a:t>
            </a:r>
          </a:p>
        </p:txBody>
      </p:sp>
      <p:sp>
        <p:nvSpPr>
          <p:cNvPr id="3" name="Text Placeholder 2"/>
          <p:cNvSpPr>
            <a:spLocks noGrp="1"/>
          </p:cNvSpPr>
          <p:nvPr>
            <p:ph type="body" idx="101"/>
          </p:nvPr>
        </p:nvSpPr>
        <p:spPr/>
        <p:txBody>
          <a:bodyPr/>
          <a:lstStyle/>
          <a:p>
            <a:r>
              <a:t>3. 교재 1.2 시뮬레이션이 필요한 이유</a:t>
            </a:r>
          </a:p>
        </p:txBody>
      </p:sp>
      <p:sp>
        <p:nvSpPr>
          <p:cNvPr id="4" name="Text Placeholder 3"/>
          <p:cNvSpPr>
            <a:spLocks noGrp="1"/>
          </p:cNvSpPr>
          <p:nvPr>
            <p:ph type="body" idx="102"/>
          </p:nvPr>
        </p:nvSpPr>
        <p:spPr/>
        <p:txBody>
          <a:bodyPr/>
          <a:lstStyle/>
          <a:p>
            <a:pPr/>
            <a:r>
              <a:t>실제 20대 한 달 운영 → 시나리오 1개</a:t>
            </a:r>
          </a:p>
          <a:p>
            <a:pPr/>
            <a:r>
              <a:t>그래도 답할 수 없는 질문</a:t>
            </a:r>
          </a:p>
          <a:p>
            <a:pPr lvl="1"/>
            <a:r>
              <a:t>10대였을 때의 대기시간</a:t>
            </a:r>
          </a:p>
          <a:p>
            <a:pPr lvl="1"/>
            <a:r>
              <a:t>차고지 2곳 분산 배치</a:t>
            </a:r>
          </a:p>
          <a:p>
            <a:pPr lvl="1"/>
            <a:r>
              <a:t>최근접 차량 대신 최단 도착 차량 배차</a:t>
            </a:r>
          </a:p>
          <a:p>
            <a:pPr/>
            <a:r>
              <a:t>대안 비교 조건: 같은 한 달을 조건만 바꿔 재관찰 — 실제 도시에서 불가</a:t>
            </a:r>
          </a:p>
          <a:p>
            <a:pPr/>
            <a:r>
              <a:t>시뮬레이션: 반복 관찰을 계산으로 대체</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3.2 기존 도구가 맞지 않는 이유</a:t>
            </a:r>
          </a:p>
        </p:txBody>
      </p:sp>
      <p:sp>
        <p:nvSpPr>
          <p:cNvPr id="3" name="Text Placeholder 2"/>
          <p:cNvSpPr>
            <a:spLocks noGrp="1"/>
          </p:cNvSpPr>
          <p:nvPr>
            <p:ph type="body" idx="101"/>
          </p:nvPr>
        </p:nvSpPr>
        <p:spPr/>
        <p:txBody>
          <a:bodyPr/>
          <a:lstStyle/>
          <a:p>
            <a:r>
              <a:t>3. 교재 1.2 시뮬레이션이 필요한 이유</a:t>
            </a:r>
          </a:p>
        </p:txBody>
      </p:sp>
      <p:sp>
        <p:nvSpPr>
          <p:cNvPr id="4" name="Text Placeholder 3"/>
          <p:cNvSpPr>
            <a:spLocks noGrp="1"/>
          </p:cNvSpPr>
          <p:nvPr>
            <p:ph type="body" idx="102"/>
          </p:nvPr>
        </p:nvSpPr>
        <p:spPr/>
        <p:txBody>
          <a:bodyPr/>
          <a:lstStyle/>
          <a:p>
            <a:pPr/>
            <a:r>
              <a:t>차이의 원인: 성능 아닌 기본 단위</a:t>
            </a:r>
          </a:p>
          <a:p>
            <a:pPr/>
            <a:r>
              <a:t>미시 시뮬레이터: 차간거리·차로 변경을 초 단위 계산</a:t>
            </a:r>
          </a:p>
          <a:p>
            <a:pPr/>
            <a:r>
              <a:t>상용 라이선스 → 반복 실험 제약</a:t>
            </a:r>
          </a:p>
        </p:txBody>
      </p:sp>
      <p:sp>
        <p:nvSpPr>
          <p:cNvPr id="5" name="Text Placeholder 4"/>
          <p:cNvSpPr>
            <a:spLocks noGrp="1"/>
          </p:cNvSpPr>
          <p:nvPr>
            <p:ph type="body" idx="103"/>
          </p:nvPr>
        </p:nvSpPr>
        <p:spPr/>
        <p:txBody>
          <a:bodyPr/>
          <a:lstStyle/>
          <a:p>
            <a:r>
              <a:t>표 2. 세 도구의 기본 단위와 잘 답하는 질문</a:t>
            </a:r>
          </a:p>
        </p:txBody>
      </p:sp>
      <p:graphicFrame>
        <p:nvGraphicFramePr>
          <p:cNvPr id="6" name="Table Placeholder 5"/>
          <p:cNvGraphicFramePr>
            <a:graphicFrameLocks noGrp="1"/>
          </p:cNvGraphicFramePr>
          <p:nvPr>
            <p:ph type="tbl" idx="104"/>
          </p:nvPr>
        </p:nvGraphicFramePr>
        <p:xfrm>
          <a:off x="4937760" y="1828800"/>
          <a:ext cx="6565392" cy="2311400"/>
        </p:xfrm>
        <a:graphic>
          <a:graphicData uri="http://schemas.openxmlformats.org/drawingml/2006/table">
            <a:tbl>
              <a:tblPr firstRow="0" bandRow="0" firstCol="0" lastRow="0" lastCol="0" bandCol="0"/>
              <a:tblGrid>
                <a:gridCol w="1641348"/>
                <a:gridCol w="1641348"/>
                <a:gridCol w="1641348"/>
                <a:gridCol w="1641348"/>
              </a:tblGrid>
              <a:tr h="406400">
                <a:tc>
                  <a:txBody>
                    <a:bodyPr/>
                    <a:lstStyle/>
                    <a:p>
                      <a:r>
                        <a:rPr sz="1300" b="0">
                          <a:solidFill>
                            <a:srgbClr val="FFFFFF"/>
                          </a:solidFill>
                          <a:latin typeface="Pretendard Medium"/>
                        </a:rPr>
                        <a:t>도구</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기본 단위</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공간 범위</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잘 답하는 질문</a:t>
                      </a:r>
                    </a:p>
                  </a:txBody>
                  <a:tcPr marL="101600" marR="101600" marT="76200" marB="76200" anchor="ctr">
                    <a:solidFill>
                      <a:srgbClr val="000000"/>
                    </a:solidFill>
                    <a:lnL w="0">
                      <a:noFill/>
                    </a:lnL>
                    <a:lnR w="0">
                      <a:noFill/>
                    </a:lnR>
                    <a:lnT w="0">
                      <a:noFill/>
                    </a:lnT>
                    <a:lnB w="0">
                      <a:noFill/>
                    </a:lnB>
                  </a:tcPr>
                </a:tc>
              </a:tr>
              <a:tr h="635000">
                <a:tc>
                  <a:txBody>
                    <a:bodyPr/>
                    <a:lstStyle/>
                    <a:p>
                      <a:r>
                        <a:rPr sz="1300" b="1">
                          <a:solidFill>
                            <a:srgbClr val="000000"/>
                          </a:solidFill>
                          <a:latin typeface="Pretendard"/>
                        </a:rPr>
                        <a:t>VISSIM·AIMSUN (상용)</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차로 위 차량, 초</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교차로~구역</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신호 5초 증가 시 대기행렬</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SUMO (오픈소스)</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차로 위 차량, 초</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구역~도시</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위와 동일 + 파이썬 제어</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이 책 (직접 작성)</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노드 위 차량, 분</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도시 전체</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차량 40대 감축 시 대기시간</a:t>
                      </a:r>
                    </a:p>
                  </a:txBody>
                  <a:tcPr marL="101600" marR="101600" marT="101600" marB="101600" anchor="ctr">
                    <a:solidFill>
                      <a:srgbClr val="FFFFFF"/>
                    </a:solidFill>
                    <a:lnL w="0">
                      <a:noFill/>
                    </a:lnL>
                    <a:lnR w="0">
                      <a:noFill/>
                    </a:lnR>
                    <a:lnT w="0">
                      <a:noFill/>
                    </a:lnT>
                    <a:lnB w="9525">
                      <a:solidFill>
                        <a:srgbClr val="E2E2E2"/>
                      </a:solidFill>
                    </a:lnB>
                  </a:tcPr>
                </a:tc>
              </a:tr>
            </a:tbl>
          </a:graphicData>
        </a:graphic>
      </p:graphicFrame>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1008</a:t>
            </a:fld>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3.3 필요한 조건과 재료</a:t>
            </a:r>
          </a:p>
        </p:txBody>
      </p:sp>
      <p:sp>
        <p:nvSpPr>
          <p:cNvPr id="3" name="Text Placeholder 2"/>
          <p:cNvSpPr>
            <a:spLocks noGrp="1"/>
          </p:cNvSpPr>
          <p:nvPr>
            <p:ph type="body" idx="101"/>
          </p:nvPr>
        </p:nvSpPr>
        <p:spPr/>
        <p:txBody>
          <a:bodyPr/>
          <a:lstStyle/>
          <a:p>
            <a:r>
              <a:t>3. 교재 1.2 시뮬레이션이 필요한 이유</a:t>
            </a:r>
          </a:p>
        </p:txBody>
      </p:sp>
      <p:sp>
        <p:nvSpPr>
          <p:cNvPr id="4" name="Text Placeholder 3"/>
          <p:cNvSpPr>
            <a:spLocks noGrp="1"/>
          </p:cNvSpPr>
          <p:nvPr>
            <p:ph type="body" idx="102"/>
          </p:nvPr>
        </p:nvSpPr>
        <p:spPr/>
        <p:txBody>
          <a:bodyPr/>
          <a:lstStyle/>
          <a:p>
            <a:pPr/>
            <a:r>
              <a:t>필요한 조건 3가지</a:t>
            </a:r>
          </a:p>
          <a:p>
            <a:pPr lvl="1"/>
            <a:r>
              <a:t>해상도: 시각별 노드 위치로 충분</a:t>
            </a:r>
          </a:p>
          <a:p>
            <a:pPr lvl="1"/>
            <a:r>
              <a:t>공간 범위: 교차로가 아니라 도시 전체</a:t>
            </a:r>
          </a:p>
          <a:p>
            <a:pPr lvl="1"/>
            <a:r>
              <a:t>반복 실행: 노트북에서 값 변경 후 재실행</a:t>
            </a:r>
          </a:p>
          <a:p>
            <a:pPr/>
            <a:r>
              <a:t>재료는 이미 공개</a:t>
            </a:r>
          </a:p>
          <a:p>
            <a:pPr lvl="1"/>
            <a:r>
              <a:t>도로망 OpenStreetMap (2장) · 최단경로 직접 구현 (3장) · 시간표 GTFS (5장)</a:t>
            </a:r>
          </a:p>
          <a:p>
            <a:pPr/>
            <a:r>
              <a:t>새로 쓰는 것: 재료를 시간 축 위에서 움직이는 수백 줄</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04</a:t>
            </a:r>
          </a:p>
        </p:txBody>
      </p:sp>
      <p:sp>
        <p:nvSpPr>
          <p:cNvPr id="3" name="Title 2"/>
          <p:cNvSpPr>
            <a:spLocks noGrp="1"/>
          </p:cNvSpPr>
          <p:nvPr>
            <p:ph type="title" idx="101"/>
          </p:nvPr>
        </p:nvSpPr>
        <p:spPr/>
        <p:txBody>
          <a:bodyPr/>
          <a:lstStyle/>
          <a:p>
            <a:r>
              <a:t>교재 1.3 답 다음에 오는 질문</a:t>
            </a:r>
          </a:p>
        </p:txBody>
      </p:sp>
      <p:sp>
        <p:nvSpPr>
          <p:cNvPr id="4" name="Text Placeholder 3"/>
          <p:cNvSpPr>
            <a:spLocks noGrp="1"/>
          </p:cNvSpPr>
          <p:nvPr>
            <p:ph type="body" idx="102"/>
          </p:nvPr>
        </p:nvSpPr>
        <p:spPr/>
        <p:txBody>
          <a:bodyPr/>
          <a:lstStyle/>
          <a:p>
            <a:pPr>
              <a:spcAft>
                <a:spcPts val="1000"/>
              </a:spcAft>
            </a:pPr>
            <a:r>
              <a:rPr>
                <a:solidFill>
                  <a:srgbClr val="AFAFAF"/>
                </a:solidFill>
              </a:rPr>
              <a:t>4.1  </a:t>
            </a:r>
            <a:r>
              <a:t>평균 4.1분 뒤의 분포</a:t>
            </a:r>
          </a:p>
          <a:p>
            <a:pPr>
              <a:spcAft>
                <a:spcPts val="1000"/>
              </a:spcAft>
            </a:pPr>
            <a:r>
              <a:rPr>
                <a:solidFill>
                  <a:srgbClr val="AFAFAF"/>
                </a:solidFill>
              </a:rPr>
              <a:t>4.2  </a:t>
            </a:r>
            <a:r>
              <a:t>차량 80대 중 태운 차 10대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4.1 평균 4.1분 뒤의 분포</a:t>
            </a:r>
          </a:p>
        </p:txBody>
      </p:sp>
      <p:sp>
        <p:nvSpPr>
          <p:cNvPr id="3" name="Text Placeholder 2"/>
          <p:cNvSpPr>
            <a:spLocks noGrp="1"/>
          </p:cNvSpPr>
          <p:nvPr>
            <p:ph type="body" idx="101"/>
          </p:nvPr>
        </p:nvSpPr>
        <p:spPr/>
        <p:txBody>
          <a:bodyPr/>
          <a:lstStyle/>
          <a:p>
            <a:r>
              <a:t>4. 교재 1.3 답 다음에 오는 질문</a:t>
            </a:r>
          </a:p>
        </p:txBody>
      </p:sp>
      <p:sp>
        <p:nvSpPr>
          <p:cNvPr id="4" name="Text Placeholder 3"/>
          <p:cNvSpPr>
            <a:spLocks noGrp="1"/>
          </p:cNvSpPr>
          <p:nvPr>
            <p:ph type="body" idx="102"/>
          </p:nvPr>
        </p:nvSpPr>
        <p:spPr/>
        <p:txBody>
          <a:bodyPr/>
          <a:lstStyle/>
          <a:p>
            <a:pPr/>
            <a:r>
              <a:t>호출 990건 전부 배차 (서비스율 1.0)</a:t>
            </a:r>
          </a:p>
          <a:p>
            <a:pPr/>
            <a:r>
              <a:t>평균 4.1분 — 여기까지는 양호</a:t>
            </a:r>
          </a:p>
          <a:p>
            <a:pPr/>
            <a:r>
              <a:t>평균 하나로는 41분 승객이 보이지 않음</a:t>
            </a:r>
          </a:p>
        </p:txBody>
      </p:sp>
      <p:sp>
        <p:nvSpPr>
          <p:cNvPr id="5" name="Text Placeholder 4"/>
          <p:cNvSpPr>
            <a:spLocks noGrp="1"/>
          </p:cNvSpPr>
          <p:nvPr>
            <p:ph type="body" idx="103"/>
          </p:nvPr>
        </p:nvSpPr>
        <p:spPr/>
        <p:txBody>
          <a:bodyPr/>
          <a:lstStyle/>
          <a:p>
            <a:r>
              <a:t>표 3. 하남시 18:00–24:00, 택시 80대 시뮬레이션의 대기시간</a:t>
            </a:r>
          </a:p>
        </p:txBody>
      </p:sp>
      <p:graphicFrame>
        <p:nvGraphicFramePr>
          <p:cNvPr id="6" name="Table Placeholder 5"/>
          <p:cNvGraphicFramePr>
            <a:graphicFrameLocks noGrp="1"/>
          </p:cNvGraphicFramePr>
          <p:nvPr>
            <p:ph type="tbl" idx="104"/>
          </p:nvPr>
        </p:nvGraphicFramePr>
        <p:xfrm>
          <a:off x="4937760" y="1828800"/>
          <a:ext cx="6565392" cy="2946400"/>
        </p:xfrm>
        <a:graphic>
          <a:graphicData uri="http://schemas.openxmlformats.org/drawingml/2006/table">
            <a:tbl>
              <a:tblPr firstRow="0" bandRow="0" firstCol="0" lastRow="0" lastCol="0" bandCol="0"/>
              <a:tblGrid>
                <a:gridCol w="3282696"/>
                <a:gridCol w="3282696"/>
              </a:tblGrid>
              <a:tr h="406400">
                <a:tc>
                  <a:txBody>
                    <a:bodyPr/>
                    <a:lstStyle/>
                    <a:p>
                      <a:r>
                        <a:rPr sz="1300" b="0">
                          <a:solidFill>
                            <a:srgbClr val="FFFFFF"/>
                          </a:solidFill>
                          <a:latin typeface="Pretendard Medium"/>
                        </a:rPr>
                        <a:t>지표</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값</a:t>
                      </a:r>
                    </a:p>
                  </a:txBody>
                  <a:tcPr marL="101600" marR="101600" marT="76200" marB="76200" anchor="ctr">
                    <a:solidFill>
                      <a:srgbClr val="000000"/>
                    </a:solidFill>
                    <a:lnL w="0">
                      <a:noFill/>
                    </a:lnL>
                    <a:lnR w="0">
                      <a:noFill/>
                    </a:lnR>
                    <a:lnT w="0">
                      <a:noFill/>
                    </a:lnT>
                    <a:lnB w="0">
                      <a:noFill/>
                    </a:lnB>
                  </a:tcPr>
                </a:tc>
              </a:tr>
              <a:tr h="635000">
                <a:tc>
                  <a:txBody>
                    <a:bodyPr/>
                    <a:lstStyle/>
                    <a:p>
                      <a:r>
                        <a:rPr sz="1300" b="1">
                          <a:solidFill>
                            <a:srgbClr val="000000"/>
                          </a:solidFill>
                          <a:latin typeface="Pretendard"/>
                        </a:rPr>
                        <a:t>평균 대기시간</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4.1분</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50% 분위</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3분 이내</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95% 분위</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11분 초과</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최댓값</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41분</a:t>
                      </a:r>
                    </a:p>
                  </a:txBody>
                  <a:tcPr marL="101600" marR="101600" marT="101600" marB="101600" anchor="ctr">
                    <a:solidFill>
                      <a:srgbClr val="FFFFFF"/>
                    </a:solidFill>
                    <a:lnL w="0">
                      <a:noFill/>
                    </a:lnL>
                    <a:lnR w="0">
                      <a:noFill/>
                    </a:lnR>
                    <a:lnT w="0">
                      <a:noFill/>
                    </a:lnT>
                    <a:lnB w="9525">
                      <a:solidFill>
                        <a:srgbClr val="E2E2E2"/>
                      </a:solidFill>
                    </a:lnB>
                  </a:tcPr>
                </a:tc>
              </a:tr>
            </a:tbl>
          </a:graphicData>
        </a:graphic>
      </p:graphicFrame>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1008</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4.2 차량 80대 중 태운 차 10대</a:t>
            </a:r>
          </a:p>
        </p:txBody>
      </p:sp>
      <p:sp>
        <p:nvSpPr>
          <p:cNvPr id="3" name="Text Placeholder 2"/>
          <p:cNvSpPr>
            <a:spLocks noGrp="1"/>
          </p:cNvSpPr>
          <p:nvPr>
            <p:ph type="body" idx="101"/>
          </p:nvPr>
        </p:nvSpPr>
        <p:spPr/>
        <p:txBody>
          <a:bodyPr/>
          <a:lstStyle/>
          <a:p>
            <a:r>
              <a:t>4. 교재 1.3 답 다음에 오는 질문</a:t>
            </a:r>
          </a:p>
        </p:txBody>
      </p:sp>
      <p:sp>
        <p:nvSpPr>
          <p:cNvPr id="4" name="Text Placeholder 3"/>
          <p:cNvSpPr>
            <a:spLocks noGrp="1"/>
          </p:cNvSpPr>
          <p:nvPr>
            <p:ph type="body" idx="102"/>
          </p:nvPr>
        </p:nvSpPr>
        <p:spPr/>
        <p:txBody>
          <a:bodyPr/>
          <a:lstStyle/>
          <a:p>
            <a:pPr/>
            <a:r>
              <a:t>차량 80대의 실제 사용</a:t>
            </a:r>
          </a:p>
          <a:p>
            <a:pPr lvl="1"/>
            <a:r>
              <a:t>승객 태운 차 평균 10대 · 서 있던 차 31대</a:t>
            </a:r>
          </a:p>
          <a:p>
            <a:pPr lvl="1"/>
            <a:r>
              <a:t>가동률 약 27%</a:t>
            </a:r>
          </a:p>
          <a:p>
            <a:pPr/>
            <a:r>
              <a:t>다음 질문: 차량 절반 감축 시 대기시간 변화</a:t>
            </a:r>
          </a:p>
          <a:p>
            <a:pPr/>
            <a:r>
              <a:t>40대로도 최대 대기 41분이 늘지 않으면 → 나머지 40대 타 지역 배치</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05</a:t>
            </a:r>
          </a:p>
        </p:txBody>
      </p:sp>
      <p:sp>
        <p:nvSpPr>
          <p:cNvPr id="3" name="Title 2"/>
          <p:cNvSpPr>
            <a:spLocks noGrp="1"/>
          </p:cNvSpPr>
          <p:nvPr>
            <p:ph type="title" idx="101"/>
          </p:nvPr>
        </p:nvSpPr>
        <p:spPr/>
        <p:txBody>
          <a:bodyPr/>
          <a:lstStyle/>
          <a:p>
            <a:r>
              <a:t>교재 1.4 시뮬레이터의 구조</a:t>
            </a:r>
          </a:p>
        </p:txBody>
      </p:sp>
      <p:sp>
        <p:nvSpPr>
          <p:cNvPr id="4" name="Text Placeholder 3"/>
          <p:cNvSpPr>
            <a:spLocks noGrp="1"/>
          </p:cNvSpPr>
          <p:nvPr>
            <p:ph type="body" idx="102"/>
          </p:nvPr>
        </p:nvSpPr>
        <p:spPr/>
        <p:txBody>
          <a:bodyPr/>
          <a:lstStyle/>
          <a:p>
            <a:pPr>
              <a:spcAft>
                <a:spcPts val="1000"/>
              </a:spcAft>
            </a:pPr>
            <a:r>
              <a:rPr>
                <a:solidFill>
                  <a:srgbClr val="AFAFAF"/>
                </a:solidFill>
              </a:rPr>
              <a:t>5.1  </a:t>
            </a:r>
            <a:r>
              <a:t>시뮬레이터의 네 부분</a:t>
            </a:r>
          </a:p>
          <a:p>
            <a:pPr>
              <a:spcAft>
                <a:spcPts val="1000"/>
              </a:spcAft>
            </a:pPr>
            <a:r>
              <a:rPr>
                <a:solidFill>
                  <a:srgbClr val="AFAFAF"/>
                </a:solidFill>
              </a:rPr>
              <a:t>5.2  </a:t>
            </a:r>
            <a:r>
              <a:t>각 상자와 대응하는 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5.1 시뮬레이터의 네 부분</a:t>
            </a:r>
          </a:p>
        </p:txBody>
      </p:sp>
      <p:sp>
        <p:nvSpPr>
          <p:cNvPr id="3" name="Text Placeholder 2"/>
          <p:cNvSpPr>
            <a:spLocks noGrp="1"/>
          </p:cNvSpPr>
          <p:nvPr>
            <p:ph type="body" idx="101"/>
          </p:nvPr>
        </p:nvSpPr>
        <p:spPr/>
        <p:txBody>
          <a:bodyPr/>
          <a:lstStyle/>
          <a:p>
            <a:r>
              <a:t>5. 교재 1.4 시뮬레이터의 구조</a:t>
            </a:r>
          </a:p>
        </p:txBody>
      </p:sp>
      <p:sp>
        <p:nvSpPr>
          <p:cNvPr id="4" name="Text Placeholder 3"/>
          <p:cNvSpPr>
            <a:spLocks noGrp="1"/>
          </p:cNvSpPr>
          <p:nvPr>
            <p:ph type="body" idx="102"/>
          </p:nvPr>
        </p:nvSpPr>
        <p:spPr/>
        <p:txBody>
          <a:bodyPr/>
          <a:lstStyle/>
          <a:p>
            <a:pPr/>
            <a:r>
              <a:t>흐름: 데이터 → 보정 → 운영 → 지표</a:t>
            </a:r>
          </a:p>
          <a:p>
            <a:pPr/>
            <a:r>
              <a:t>각 상자가 이 책의 장에 대응</a:t>
            </a:r>
          </a:p>
          <a:p>
            <a:pPr/>
            <a:r>
              <a:t>주차별 진도의 기준</a:t>
            </a:r>
          </a:p>
        </p:txBody>
      </p:sp>
      <p:sp>
        <p:nvSpPr>
          <p:cNvPr id="6" name="Text Placeholder 5"/>
          <p:cNvSpPr>
            <a:spLocks noGrp="1"/>
          </p:cNvSpPr>
          <p:nvPr>
            <p:ph type="body" idx="104"/>
          </p:nvPr>
        </p:nvSpPr>
        <p:spPr/>
        <p:txBody>
          <a:bodyPr/>
          <a:lstStyle/>
          <a:p>
            <a:r>
              <a:t>그림 1. 데이터 수집부터 지표 산출까지 시뮬레이터의 네 부분</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1005</a:t>
            </a:fld>
            <a:endParaRPr lang="en-US"/>
          </a:p>
        </p:txBody>
      </p:sp>
      <p:pic>
        <p:nvPicPr>
          <p:cNvPr id="26" name="Picture 25" descr="ch01_framework.png"/>
          <p:cNvPicPr>
            <a:picLocks noChangeAspect="1"/>
          </p:cNvPicPr>
          <p:nvPr/>
        </p:nvPicPr>
        <p:blipFill>
          <a:blip r:embed="rId2"/>
          <a:stretch>
            <a:fillRect/>
          </a:stretch>
        </p:blipFill>
        <p:spPr>
          <a:xfrm>
            <a:off x="4937760" y="1417320"/>
            <a:ext cx="5047724" cy="416052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5.2 각 상자와 대응하는 장</a:t>
            </a:r>
          </a:p>
        </p:txBody>
      </p:sp>
      <p:sp>
        <p:nvSpPr>
          <p:cNvPr id="3" name="Text Placeholder 2"/>
          <p:cNvSpPr>
            <a:spLocks noGrp="1"/>
          </p:cNvSpPr>
          <p:nvPr>
            <p:ph type="body" idx="101"/>
          </p:nvPr>
        </p:nvSpPr>
        <p:spPr/>
        <p:txBody>
          <a:bodyPr/>
          <a:lstStyle/>
          <a:p>
            <a:r>
              <a:t>5. 교재 1.4 시뮬레이터의 구조</a:t>
            </a:r>
          </a:p>
        </p:txBody>
      </p:sp>
      <p:sp>
        <p:nvSpPr>
          <p:cNvPr id="4" name="Text Placeholder 3"/>
          <p:cNvSpPr>
            <a:spLocks noGrp="1"/>
          </p:cNvSpPr>
          <p:nvPr>
            <p:ph type="body" idx="102"/>
          </p:nvPr>
        </p:nvSpPr>
        <p:spPr/>
        <p:txBody>
          <a:bodyPr/>
          <a:lstStyle/>
          <a:p>
            <a:r>
              <a:t>표 4. 시뮬레이터의 각 부분과 그것을 다루는 장</a:t>
            </a:r>
          </a:p>
        </p:txBody>
      </p:sp>
      <p:graphicFrame>
        <p:nvGraphicFramePr>
          <p:cNvPr id="5" name="Table Placeholder 4"/>
          <p:cNvGraphicFramePr>
            <a:graphicFrameLocks noGrp="1"/>
          </p:cNvGraphicFramePr>
          <p:nvPr>
            <p:ph type="tbl" idx="103"/>
          </p:nvPr>
        </p:nvGraphicFramePr>
        <p:xfrm>
          <a:off x="685800" y="1828800"/>
          <a:ext cx="10820095" cy="3581400"/>
        </p:xfrm>
        <a:graphic>
          <a:graphicData uri="http://schemas.openxmlformats.org/drawingml/2006/table">
            <a:tbl>
              <a:tblPr firstRow="0" bandRow="0" firstCol="0" lastRow="0" lastCol="0" bandCol="0"/>
              <a:tblGrid>
                <a:gridCol w="3606698"/>
                <a:gridCol w="3606698"/>
                <a:gridCol w="3606699"/>
              </a:tblGrid>
              <a:tr h="406400">
                <a:tc>
                  <a:txBody>
                    <a:bodyPr/>
                    <a:lstStyle/>
                    <a:p>
                      <a:r>
                        <a:rPr sz="1300" b="0">
                          <a:solidFill>
                            <a:srgbClr val="FFFFFF"/>
                          </a:solidFill>
                          <a:latin typeface="Pretendard Medium"/>
                        </a:rPr>
                        <a:t>부분</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하는 일</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장</a:t>
                      </a:r>
                    </a:p>
                  </a:txBody>
                  <a:tcPr marL="101600" marR="101600" marT="76200" marB="76200" anchor="ctr">
                    <a:solidFill>
                      <a:srgbClr val="000000"/>
                    </a:solidFill>
                    <a:lnL w="0">
                      <a:noFill/>
                    </a:lnL>
                    <a:lnR w="0">
                      <a:noFill/>
                    </a:lnR>
                    <a:lnT w="0">
                      <a:noFill/>
                    </a:lnT>
                    <a:lnB w="0">
                      <a:noFill/>
                    </a:lnB>
                  </a:tcPr>
                </a:tc>
              </a:tr>
              <a:tr h="635000">
                <a:tc>
                  <a:txBody>
                    <a:bodyPr/>
                    <a:lstStyle/>
                    <a:p>
                      <a:r>
                        <a:rPr sz="1300" b="1">
                          <a:solidFill>
                            <a:srgbClr val="000000"/>
                          </a:solidFill>
                          <a:latin typeface="Pretendard"/>
                        </a:rPr>
                        <a:t>Data</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도로망·시간표·통행 기록 수집</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2·5·8장</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Calibration · Vehicle Router</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소요시간 예측과 차량 이동</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3~4·9장</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Demand &amp; Supply Generator</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호출 발생과 차량 배치</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8장</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Dispatch Algorithm</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호출 중복 시 차량 선택</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10~11장</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Outputs</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지표 계산과 시각화</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12장</a:t>
                      </a:r>
                    </a:p>
                  </a:txBody>
                  <a:tcPr marL="101600" marR="101600" marT="101600" marB="101600" anchor="ctr">
                    <a:solidFill>
                      <a:srgbClr val="FFFFFF"/>
                    </a:solidFill>
                    <a:lnL w="0">
                      <a:noFill/>
                    </a:lnL>
                    <a:lnR w="0">
                      <a:noFill/>
                    </a:lnR>
                    <a:lnT w="0">
                      <a:noFill/>
                    </a:lnT>
                    <a:lnB w="9525">
                      <a:solidFill>
                        <a:srgbClr val="E2E2E2"/>
                      </a:solidFill>
                    </a:lnB>
                  </a:tcPr>
                </a:tc>
              </a:tr>
            </a:tbl>
          </a:graphicData>
        </a:graphic>
      </p:graphicFrame>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1007</a:t>
            </a:fld>
            <a:endParaRPr lang="en-US"/>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06</a:t>
            </a:r>
          </a:p>
        </p:txBody>
      </p:sp>
      <p:sp>
        <p:nvSpPr>
          <p:cNvPr id="3" name="Title 2"/>
          <p:cNvSpPr>
            <a:spLocks noGrp="1"/>
          </p:cNvSpPr>
          <p:nvPr>
            <p:ph type="title" idx="101"/>
          </p:nvPr>
        </p:nvSpPr>
        <p:spPr/>
        <p:txBody>
          <a:bodyPr/>
          <a:lstStyle/>
          <a:p>
            <a:r>
              <a:t>정리와 연습</a:t>
            </a:r>
          </a:p>
        </p:txBody>
      </p:sp>
      <p:sp>
        <p:nvSpPr>
          <p:cNvPr id="4" name="Text Placeholder 3"/>
          <p:cNvSpPr>
            <a:spLocks noGrp="1"/>
          </p:cNvSpPr>
          <p:nvPr>
            <p:ph type="body" idx="102"/>
          </p:nvPr>
        </p:nvSpPr>
        <p:spPr/>
        <p:txBody>
          <a:bodyPr/>
          <a:lstStyle/>
          <a:p>
            <a:pPr>
              <a:spcAft>
                <a:spcPts val="1000"/>
              </a:spcAft>
            </a:pPr>
            <a:r>
              <a:rPr>
                <a:solidFill>
                  <a:srgbClr val="AFAFAF"/>
                </a:solidFill>
              </a:rPr>
              <a:t>6.1  </a:t>
            </a:r>
            <a:r>
              <a:t>오늘의 정리</a:t>
            </a:r>
          </a:p>
          <a:p>
            <a:pPr>
              <a:spcAft>
                <a:spcPts val="1000"/>
              </a:spcAft>
            </a:pPr>
            <a:r>
              <a:rPr>
                <a:solidFill>
                  <a:srgbClr val="AFAFAF"/>
                </a:solidFill>
              </a:rPr>
              <a:t>6.2  </a:t>
            </a:r>
            <a:r>
              <a:t>연습과 다음 장</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6.1 오늘의 정리</a:t>
            </a:r>
          </a:p>
        </p:txBody>
      </p:sp>
      <p:sp>
        <p:nvSpPr>
          <p:cNvPr id="3" name="Text Placeholder 2"/>
          <p:cNvSpPr>
            <a:spLocks noGrp="1"/>
          </p:cNvSpPr>
          <p:nvPr>
            <p:ph type="body" idx="101"/>
          </p:nvPr>
        </p:nvSpPr>
        <p:spPr/>
        <p:txBody>
          <a:bodyPr/>
          <a:lstStyle/>
          <a:p>
            <a:r>
              <a:t>6. 정리와 연습</a:t>
            </a:r>
          </a:p>
        </p:txBody>
      </p:sp>
      <p:sp>
        <p:nvSpPr>
          <p:cNvPr id="4" name="Text Placeholder 3"/>
          <p:cNvSpPr>
            <a:spLocks noGrp="1"/>
          </p:cNvSpPr>
          <p:nvPr>
            <p:ph type="body" idx="102"/>
          </p:nvPr>
        </p:nvSpPr>
        <p:spPr/>
        <p:txBody>
          <a:bodyPr/>
          <a:lstStyle/>
          <a:p>
            <a:pPr/>
            <a:r>
              <a:t>시뮬레이터: 같은 하루를 조건만 바꿔 반복 실행하는 장치</a:t>
            </a:r>
          </a:p>
          <a:p>
            <a:pPr lvl="1"/>
            <a:r>
              <a:t>VISSIM·SUMO는 차로 단위 해상도용 — 필요한 것은 도시 단위 범위</a:t>
            </a:r>
          </a:p>
          <a:p>
            <a:pPr/>
            <a:r>
              <a:t>평균 뒤의 분포 확인 — 평균 4.1분, 최댓값 41분</a:t>
            </a:r>
          </a:p>
          <a:p>
            <a:pPr lvl="1"/>
            <a:r>
              <a:t>80대 중 태운 차 평균 10대, 빈 차 31대</a:t>
            </a:r>
          </a:p>
          <a:p>
            <a:pPr/>
            <a:r>
              <a:t>네 부분이 2장부터 12장에 하나씩 대응</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6.2 연습과 다음 장</a:t>
            </a:r>
          </a:p>
        </p:txBody>
      </p:sp>
      <p:sp>
        <p:nvSpPr>
          <p:cNvPr id="3" name="Text Placeholder 2"/>
          <p:cNvSpPr>
            <a:spLocks noGrp="1"/>
          </p:cNvSpPr>
          <p:nvPr>
            <p:ph type="body" idx="101"/>
          </p:nvPr>
        </p:nvSpPr>
        <p:spPr/>
        <p:txBody>
          <a:bodyPr/>
          <a:lstStyle/>
          <a:p>
            <a:r>
              <a:t>6. 정리와 연습</a:t>
            </a:r>
          </a:p>
        </p:txBody>
      </p:sp>
      <p:sp>
        <p:nvSpPr>
          <p:cNvPr id="4" name="Text Placeholder 3"/>
          <p:cNvSpPr>
            <a:spLocks noGrp="1"/>
          </p:cNvSpPr>
          <p:nvPr>
            <p:ph type="body" idx="102"/>
          </p:nvPr>
        </p:nvSpPr>
        <p:spPr/>
        <p:txBody>
          <a:bodyPr/>
          <a:lstStyle/>
          <a:p>
            <a:pPr/>
            <a:r>
              <a:t>연습 1.1 ★ — 10분 초과 대기 승객의 호출 시각 분포</a:t>
            </a:r>
          </a:p>
          <a:p>
            <a:pPr lvl="1"/>
            <a:r>
              <a:t>산출물: 히스토그램 1장, 해석 2~3줄</a:t>
            </a:r>
          </a:p>
          <a:p>
            <a:pPr/>
            <a:r>
              <a:t>연습 1.2 ★★ — 승객·운영자·도시 관점별 지표 1개씩 정의</a:t>
            </a:r>
          </a:p>
          <a:p>
            <a:pPr lvl="1"/>
            <a:r>
              <a:t>산출물: 지표 3개, 각각 세 문장</a:t>
            </a:r>
          </a:p>
          <a:p>
            <a:pPr/>
            <a:r>
              <a:t>다음 장: 2장 도로망 데이터 — 네 부분 중 첫 번째 상자</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수요일에 봅니다</a:t>
            </a:r>
          </a:p>
        </p:txBody>
      </p:sp>
      <p:sp>
        <p:nvSpPr>
          <p:cNvPr id="3" name="Text Placeholder 2"/>
          <p:cNvSpPr>
            <a:spLocks noGrp="1"/>
          </p:cNvSpPr>
          <p:nvPr>
            <p:ph type="body" idx="101"/>
          </p:nvPr>
        </p:nvSpPr>
        <p:spPr/>
        <p:txBody>
          <a:bodyPr/>
          <a:lstStyle/>
          <a:p>
            <a:r>
              <a:t>교재 0장 — 환경 준비와 첫 시뮬레이션</a:t>
            </a:r>
          </a:p>
        </p:txBody>
      </p:sp>
      <p:sp>
        <p:nvSpPr>
          <p:cNvPr id="4" name="Text Placeholder 3"/>
          <p:cNvSpPr>
            <a:spLocks noGrp="1"/>
          </p:cNvSpPr>
          <p:nvPr>
            <p:ph type="body" idx="102"/>
          </p:nvPr>
        </p:nvSpPr>
        <p:spPr/>
        <p:txBody>
          <a:bodyPr/>
          <a:lstStyle/>
          <a:p>
            <a:r>
              <a:t>jihoyeo@gachon.ac.kr · AI공학관 210호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2026-08-31T14:39:01Z</dcterms:created>
  <dcterms:modified xsi:type="dcterms:W3CDTF">2026-08-31T14:39:01Z</dcterms:modified>
</cp:coreProperties>
</file>