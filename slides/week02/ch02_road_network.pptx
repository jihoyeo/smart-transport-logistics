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0장에서 하남시청에서 미사역까지 몇 분 걸리는지 시뮬레이터가 알아서 계산했다. 그때 무슨 자료를 썼는지 오늘 확인한다. 3장에서 이 표를 최단경로용 자료구조로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2장 학습 목표와 같다. 화요일이 앞의 세 개, 수요일이 마지막 하나와 실습이다.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교차로와 교차로 사이를 엣지 하나로 표현했기 때문에 노드 수가 적어 보인다. 속도는 막히지 않았을 때의 값이고, 4장에서 시간대별 실측 속도로 바꾼다.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학생들이 처음 막힌다. 컬럼 목록을 먼저 출력해서 없다는 것을 확인시킨 뒤에 edge_id를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짐작했으면 그 자리에서 검증하는 것이 나중에 원인을 찾는 것보다 비용이 훨씬 적다. 이 습관이 이 과목에서 가장 오래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direction과 oneway의 분포를 교재에서 함께 출력해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highway 최다 항목은 보도(footway)다. 보행·자전거 전용이 전체 엣지의 절반을 넘는다. 거르지 않고 자동차 최단경로를 구하면 계단으로 내려가고 산책로를 가로지르는 경로가 나온다. 거리는 짧지만 차는 못 간다. 그림에서 주택가 안쪽의 촘촘한 선이 사라진다는 점을 설명하고, highway 종류별 개수는 교재에서 함께 계산한다.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집합의 원소를 교재에서 하나씩 읽어 준다. 왜 service와 road가 들어가는지 물어보면 좋다.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만든 결과는 load_road_graph("hanam", modes=("drive",))와 노드·엣지 수를 대조한다. modes가 방금 만든 DRIVE 필터에 해당하고, 3장부터는 이걸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노드 좌표가 고정이라는 점을 이용한다. RoadGraph.nearest_node가 이 방식이다. KD-트리는 위경도 차이로 거리를 재므로 왜곡이 있고, 정확한 거리가 필요하면 하버사인으로 다시 계산한다.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내는 것으로 끝내지 않는다. 평균 차수 2가 무엇을 뜻하는지 학생이 먼저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HW1 명세는 assignments/hw1.md에 있고 오늘 배포한다. 다음 주 3장에서 이 인접 리스트 위에 다익스트라를 약 90줄로 짠다. 시간이 남으면 연습 2.3(WKB 형상)을 시연하고, 직선 엣지와 실제 형상의 차이가 3장 거리 오차로 이어진다는 점을 예고한다.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도로망 데이터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2장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8일 (화) · 9월 9일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2장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소요시간 계산의 입력 자료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2.1 도로망은 표 두 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노드 표와 엣지 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2.2 양 끝 노드 찾기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edge_id 안에 있는 양 끝 노드  ·  3.2 짐작한 규칙은 그 자리에서 검증  ·  3.3 방향 f와 r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2.3 통행수단 필터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엣지 절반은 자동차 통행 불가  ·  4.2 필터 적용 전후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2.4–2.5 인접 리스트와 스냅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비용은 거리가 아니라 소요시간  ·  5.2 좌표의 최근접 노드 탐색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2.6 실습과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도로망 한 장 요약  ·  6.2 정리와 과제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소요시간 계산의 입력 자료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소요시간 계산의 입력 자료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0장의 소요시간 계산에 쓰인 자료 = 도로망</a:t>
            </a:r>
          </a:p>
          <a:p>
            <a:pPr/>
            <a:r>
              <a:t>도로망의 내용: 출발·도착 지점, 거리, 속도</a:t>
            </a:r>
          </a:p>
          <a:p>
            <a:pPr/>
            <a:r>
              <a:t>이 장의 범위: 표를 직접 열고 함정 확인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하남시 자동차 도로망 — 노드 12,566개, 엣지 28,589개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2_network_d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노드 표와 엣지 표의 컬럼 설명</a:t>
            </a:r>
          </a:p>
          <a:p>
            <a:pPr/>
            <a:r>
              <a:t>엣지 id 파싱 → 인접 리스트 구성</a:t>
            </a:r>
          </a:p>
          <a:p>
            <a:pPr/>
            <a:r>
              <a:t>통행수단별 엣지 필터와 미적용 시의 결과</a:t>
            </a:r>
          </a:p>
          <a:p>
            <a:pPr/>
            <a:r>
              <a:t>KD-트리를 쓴 좌표 스냅 구현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2.1 도로망은 표 두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노드 표와 엣지 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노드 표와 엣지 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2.1 도로망은 표 두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하남시: 노드 12,566 · 엣지 28,589</a:t>
            </a:r>
          </a:p>
          <a:p>
            <a:pPr/>
            <a:r>
              <a:t>node_type 거의 전부 교차로</a:t>
            </a:r>
          </a:p>
          <a:p>
            <a:pPr lvl="1"/>
            <a:r>
              <a:t>boundary는 시 경계 절단점</a:t>
            </a:r>
          </a:p>
          <a:p>
            <a:pPr/>
            <a:r>
              <a:t>꺾이기만 하는 중간점은 노드 아님</a:t>
            </a:r>
          </a:p>
          <a:p>
            <a:pPr/>
            <a:r>
              <a:t>length ÷ speed = 구간 소요시간 (3장의 비용)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도로망을 이루는 두 파일과 주요 컬럼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한 행의 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주요 컬럼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노드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지점 하나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node_id, lat, lon, node_type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엣지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두 지점 사이 구간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edge_id, highway, length, free_flow_speed_kmh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edge_id 안에 있는 양 끝 노드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짐작한 규칙은 그 자리에서 검증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방향 f와 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edge_id 안에 있는 양 끝 노드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엣지 표에 source·target 컬럼 없음</a:t>
            </a:r>
          </a:p>
          <a:p>
            <a:pPr/>
            <a:r>
              <a:t>node_id = OSM 번호 앞에 n</a:t>
            </a:r>
          </a:p>
          <a:p>
            <a:pPr/>
            <a:r>
              <a:t>rsplit("_", 2)로 뒤 두 부분 분리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e37375263_f_445273230_436257996을 나눈 네 부분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부분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e37375263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소속 OSM 도로(way)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f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방향 — f 정방향, r 역방향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445273230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출발 노드 OSM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436257996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도착 노드 OSM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짐작한 규칙은 그 자리에서 검증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검증 대상: 파싱 결과가 실제 양 끝인지</a:t>
            </a:r>
          </a:p>
          <a:p>
            <a:pPr lvl="1"/>
            <a:r>
              <a:t>대조 자료: osm_node_seq_json의 첫 원소와 마지막 원소</a:t>
            </a:r>
          </a:p>
          <a:p>
            <a:pPr lvl="1"/>
            <a:r>
              <a:t>결과: 2,000건 중 불일치 0건</a:t>
            </a:r>
          </a:p>
          <a:p>
            <a:pPr/>
            <a:r>
              <a:t>검증 생략 시 — 몇 주 뒤 원인 불명의 경로</a:t>
            </a:r>
          </a:p>
          <a:p>
            <a:pPr/>
            <a:r>
              <a:t>이 과목의 데이터 태도: 짐작 직후 검증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방향 f와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2.2 양 끝 노드 찾기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양방향 도로 = f 행 + r 행 두 줄</a:t>
            </a:r>
          </a:p>
          <a:p>
            <a:pPr/>
            <a:r>
              <a:t>일방통행 2,413개, 나머지는 양방향</a:t>
            </a:r>
          </a:p>
          <a:p>
            <a:pPr/>
            <a:r>
              <a:t>처리 방법: 각 행을 단방향 엣지로 취급</a:t>
            </a:r>
          </a:p>
          <a:p>
            <a:pPr/>
            <a:r>
              <a:t>별도 역방향 생성 불필요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2.3 통행수단 필터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엣지 절반은 자동차 통행 불가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필터 적용 전후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엣지 절반은 자동차 통행 불가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2.3 통행수단 필터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2. 전체 엣지(왼쪽)와 자동차 통행 엣지(오른쪽)의 비교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ch02_network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필터 적용 전후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2.3 통행수단 필터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DRIVE 집합: 고속도로~이면도로 15종</a:t>
            </a:r>
          </a:p>
          <a:p>
            <a:pPr/>
            <a:r>
              <a:t>종류별 중앙 속도 — 고속도로 100, 간선 60, 주택가 30 km/h</a:t>
            </a:r>
          </a:p>
          <a:p>
            <a:pPr/>
            <a:r>
              <a:t>속도 출처: OSM maxspeed 태그, 없으면 종류별 기본값</a:t>
            </a:r>
          </a:p>
          <a:p>
            <a:pPr/>
            <a:r>
              <a:t>실제 주행 속도 아님 — 4장에서 실측으로 교체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DRIVE 필터 적용에 따른 도로망 규모 변화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필터 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필터 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총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3,994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2,082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제외된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1,912 km (보행로)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비용은 거리가 아니라 소요시간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좌표의 최근접 노드 탐색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비용은 거리가 아니라 소요시간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인접 리스트: 노드별 나가는 엣지 목록</a:t>
            </a:r>
          </a:p>
          <a:p>
            <a:pPr/>
            <a:r>
              <a:t>목적: 매번 표를 훑지 않고 이웃 조회</a:t>
            </a:r>
          </a:p>
          <a:p>
            <a:pPr/>
            <a:r>
              <a:t>경계에서 잘린 엣지는 제외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같은 200 m 구간의 도로 종류별 소요시간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길이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속도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소요시간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주택가 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200 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24초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간선도로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200 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60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좌표의 최근접 노드 탐색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2.4–2.5 인접 리스트와 스냅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호출 좌표는 노드 위치와 불일치 → 스냅 필요</a:t>
            </a:r>
          </a:p>
          <a:p>
            <a:pPr/>
            <a:r>
              <a:t>전수 탐색: 1건에 수십 ms</a:t>
            </a:r>
          </a:p>
          <a:p>
            <a:pPr/>
            <a:r>
              <a:t>승객 1,000명이면 수십 초</a:t>
            </a:r>
          </a:p>
          <a:p>
            <a:pPr/>
            <a:r>
              <a:t>KD-트리: 1회 구축 후 1,000건이 수 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3. 하남시청 주변 노드와 스냅 결과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2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도로망 한 장 요약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정리와 과제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도로망 한 장 요약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산출 순서: 필터 → 인접 리스트 → 대조 → 요약</a:t>
            </a:r>
          </a:p>
          <a:p>
            <a:pPr/>
            <a:r>
              <a:t>총 연장 불일치 시 DRIVE 집합 재점검</a:t>
            </a:r>
          </a:p>
          <a:p>
            <a:pPr/>
            <a:r>
              <a:t>숫자마다 해석 한 문장 첨부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5. 하남시 자동차 도로망 요약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읽는 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 차수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격자 아님 — 분기 적은 선형 구조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가장 긴 엣지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8.5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교차로 없는 구간 — 고속도로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총 연장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2,082 km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화요일 필터 결과와 일치 확인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정리와 과제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2.6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엣지의 양 끝은 컬럼이 아니라 edge_id 안</a:t>
            </a:r>
          </a:p>
          <a:p>
            <a:pPr/>
            <a:r>
              <a:t>엣지 절반 이상이 보행로 — 필터 필수</a:t>
            </a:r>
          </a:p>
          <a:p>
            <a:pPr/>
            <a:r>
              <a:t>인접 리스트의 비용은 소요시간 (length / speed)</a:t>
            </a:r>
          </a:p>
          <a:p>
            <a:pPr/>
            <a:r>
              <a:t>HW1 (4주차 09-22 마감) — 오늘 내용과 다음 주 다익스트라</a:t>
            </a:r>
          </a:p>
          <a:p>
            <a:pPr lvl="1"/>
            <a:r>
              <a:t>A부는 오늘 만든 인접 리스트를 load_road_graph와 대조</a:t>
            </a:r>
          </a:p>
          <a:p>
            <a:pPr lvl="1"/>
            <a:r>
              <a:t>채점 대상은 코드가 아니라 대조 결과와 해석 문장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3장 — 최단경로 직접 구현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