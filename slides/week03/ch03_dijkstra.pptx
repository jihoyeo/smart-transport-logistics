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3장 도입부. 차는 직선으로 이동할 수 없고 어느 길을 선택하느냐에 따라 시간이 달라진다는 점부터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3장 학습 목표와 같다. 네 가지에 각각 답이 나왔는지 마지막 정리 슬라이드에서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음수 비용이 있는 문제라면 다익스트라를 쓸 수 없고 벨만-포드를 쓴다. 통행료 환급 같은 경우다.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2단계에서 매번 전체를 비교하면 느리다. 최소 힙을 쓰면 로그 시간에 끝난다. 같은 노드가 힙에 여러 번 들어갈 수 있어서 확정 집합으로 중복을 제외한다.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줄이 중요하다. 83개짜리 경로를 얻으려고 4,500개를 확정했다. 이 손실이 A*의 출발점이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2장의 검증 습관과 같다. 코드가 실행된다는 것과 결과가 맞다는 것은 별개다.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대조 과정에서 경로가 아예 없는 노드 쌍을 발견한다. 시뮬레이터가 이 경우를 처리하지 않으면 실행 중 예외가 발생한다.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정확한 남은 시간은 모르지만 하한은 안다. 도로는 직선보다 길고 최고 속도보다 빠를 수 없기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결과는 다익스트라와 같고 확정 노드는 줄어든다. 연습 3.2에서 휴리스틱에 1.5를 곱해 이 조건이 깨졌을 때 무엇을 잃는지 직접 측정한다.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이론적으로 더 좋은 알고리즘이 항상 더 빠른 것은 아니다. 무엇을 변경할 때마다 실행 시간을 측정하는 습관을 들인다.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시뮬레이션은 같은 도로망에서 수십만 번 질의하므로 전처리 비용을 회수한다. 축약 계층을 직접 구현하지는 않고 필요할 때 HTTP로 호출한다. 4장에서 서버에 연결해 우리 구현과 대조한다.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4장부터는 오늘 만든 것을 정리한 smartmob.teaching.dijkstra의 shortest_path를 쓴다. 좌표를 받아 스냅까지 처리하고, 노드 목록과 소요시간과 확정 노드 수를 반환한다.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3.3의 종료 조건이 어렵다. 두 탐색이 만나자마자 멈추면 최적해가 아니다. 질문이 나오면 4장 시작 전에 한 번 더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3장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최단경로 — 다익스트라와 A*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3장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15일 (화) · 9월 16일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3장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하남시청에서 미사역까지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3.1–3.2 문제와 아이디어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다익스트라의 근거  ·  2.2 알고리즘 네 단계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3.3–3.4 구현과 검증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구현 결과  ·  3.2 경로 연결 검증  ·  3.3 NetworkX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3.5 A* 확장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목적지 방향 우선 탐색  ·  4.2 허용 가능 조건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3.6–3.7 성능과 엔진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확정 노드와 실행 시간  ·  5.2 실제 엔진의 축약 계층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정리와 연습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하남시청에서 미사역까지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하남시청에서 미사역까지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직선거리 3 km · 실제 도로 경로 4.2 km</a:t>
            </a:r>
          </a:p>
          <a:p>
            <a:pPr/>
            <a:r>
              <a:t>문제: 2장의 인접 리스트에서 소요시간 합이 최소인 경로 탐색</a:t>
            </a:r>
          </a:p>
          <a:p>
            <a:pPr/>
            <a:r>
              <a:t>전수 탐색 불가 — 노드 12,566개에서 경로 수가 계산 범위를 넘음</a:t>
            </a:r>
          </a:p>
          <a:p>
            <a:pPr/>
            <a:r>
              <a:t>직접 구현 세 개 중 첫 번째 · 약 90줄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다익스트라 힙 구현과 경로 복원</a:t>
            </a:r>
          </a:p>
          <a:p>
            <a:pPr/>
            <a:r>
              <a:t>우선순위 큐에서 추출한 노드가 그 시점에 확정되는 근거</a:t>
            </a:r>
          </a:p>
          <a:p>
            <a:pPr/>
            <a:r>
              <a:t>A* 확장과 휴리스틱이 최적해를 유지하는 조건</a:t>
            </a:r>
          </a:p>
          <a:p>
            <a:pPr/>
            <a:r>
              <a:t>NetworkX 대조를 통한 정확도 검증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3.1–3.2 문제와 아이디어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다익스트라의 근거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알고리즘 네 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다익스트라의 근거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3.1–3.2 문제와 아이디어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명제: 미확정 노드 중 최근접 노드의 현재 거리 = 최종 답</a:t>
            </a:r>
          </a:p>
          <a:p>
            <a:pPr/>
            <a:r>
              <a:t>근거: 더 짧은 경로가 있다면 미확정 노드를 경유해야 함</a:t>
            </a:r>
          </a:p>
          <a:p>
            <a:pPr lvl="1"/>
            <a:r>
              <a:t>그 경유 노드는 현재 노드보다 멀리 있음</a:t>
            </a:r>
          </a:p>
          <a:p>
            <a:pPr lvl="1"/>
            <a:r>
              <a:t>엣지 비용이 음수가 아니므로 우회로 단축 불가</a:t>
            </a:r>
          </a:p>
          <a:p>
            <a:pPr/>
            <a:r>
              <a:t>전제: 음수 비용 없음 — 소요시간에는 항상 성립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알고리즘 네 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3.1–3.2 문제와 아이디어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1단계: 출발점 거리 0, 나머지 무한대</a:t>
            </a:r>
          </a:p>
          <a:p>
            <a:pPr/>
            <a:r>
              <a:t>2단계: 미확정 노드 중 최소 거리 노드를 추출해 확정</a:t>
            </a:r>
          </a:p>
          <a:p>
            <a:pPr/>
            <a:r>
              <a:t>3단계: 이웃마다 경유 시 단축 여부를 확인하고 갱신</a:t>
            </a:r>
          </a:p>
          <a:p>
            <a:pPr/>
            <a:r>
              <a:t>4단계: 도착점을 추출하면 종료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3.3–3.4 구현과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구현 결과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경로 연결 검증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NetworkX 대조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구현 결과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3.3–3.4 구현과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도로 4.2 km, 평균 시속 약 45 km</a:t>
            </a:r>
          </a:p>
          <a:p>
            <a:pPr/>
            <a:r>
              <a:t>자유류 속도 기준 — 신호 대기 미반영</a:t>
            </a:r>
          </a:p>
          <a:p>
            <a:pPr/>
            <a:r>
              <a:t>탐색이 목적지 방향이 아니라 전 방향으로 확장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하남시청에서 미사역까지 다익스트라 실행 결과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소요시간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5.5분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경로에 쓰인 노드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83개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확정한 노드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4,500개 이상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전체 노드 대비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3분의 1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경로 연결 검증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3.3–3.4 구현과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검증 방법: 경로의 인접 노드 쌍마다 엣지 존재 확인</a:t>
            </a:r>
          </a:p>
          <a:p>
            <a:pPr/>
            <a:r>
              <a:t>엣지 소요시간을 다시 합산해 알고리즘 결과와 비교</a:t>
            </a:r>
          </a:p>
          <a:p>
            <a:pPr/>
            <a:r>
              <a:t>생략 시 경로 복원 배열의 오류를 발견하지 못함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NetworkX 대조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3.3–3.4 구현과 검증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무작위 50쌍 대조 결과: 불일치 0건</a:t>
            </a:r>
          </a:p>
          <a:p>
            <a:pPr/>
            <a:r>
              <a:t>부수 확인: 무작위 200쌍 중 경로 없음 6% 남짓</a:t>
            </a:r>
          </a:p>
          <a:p>
            <a:pPr/>
            <a:r>
              <a:t>원인: 일방통행 막다른 구간, 시 경계에서 분리된 부분</a:t>
            </a:r>
          </a:p>
          <a:p>
            <a:pPr/>
            <a:r>
              <a:t>시뮬레이터 요구사항: 경로 없음을 예외 처리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3.5 A* 확장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목적지 방향 우선 탐색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허용 가능 조건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목적지 방향 우선 탐색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3.5 A* 확장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다익스트라의 손실: 목적지 반대 방향까지 균등 확장</a:t>
            </a:r>
          </a:p>
          <a:p>
            <a:pPr/>
            <a:r>
              <a:t>개선: 남은 시간의 하한 h를 우선순위에 추가</a:t>
            </a:r>
          </a:p>
          <a:p>
            <a:pPr/>
            <a:r>
              <a:t>h = 직선거리 ÷ 도로망 최고 속도</a:t>
            </a:r>
          </a:p>
          <a:p>
            <a:pPr/>
            <a:r>
              <a:t>우선순위 = 지금까지 소요시간 + h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허용 가능 조건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3.5 A* 확장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조건: h가 실제 남은 시간보다 작거나 같을 것</a:t>
            </a:r>
          </a:p>
          <a:p>
            <a:pPr/>
            <a:r>
              <a:t>용어: 이 조건을 허용 가능(admissible)하다고 함</a:t>
            </a:r>
          </a:p>
          <a:p>
            <a:pPr/>
            <a:r>
              <a:t>위반 시 더 짧은 경로의 우선순위가 낮아져 최적해 상실</a:t>
            </a:r>
          </a:p>
          <a:p>
            <a:pPr/>
            <a:r>
              <a:t>직선거리 ÷ 최고 속도는 항상 실제보다 작으므로 안전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3.6–3.7 성능과 엔진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확정 노드와 실행 시간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실제 엔진의 축약 계층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확정 노드와 실행 시간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3.6–3.7 성능과 엔진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원인: 노드 추출마다 하버사인 계산 — 삼각함수 4회</a:t>
            </a:r>
          </a:p>
          <a:p>
            <a:pPr/>
            <a:r>
              <a:t>파이썬에서는 이 비용이 힙 연산보다 큼</a:t>
            </a:r>
          </a:p>
          <a:p>
            <a:pPr/>
            <a:r>
              <a:t>언어와 규모의 문제 — C나 Rust에서는 A*가 유리</a:t>
            </a:r>
          </a:p>
          <a:p>
            <a:pPr/>
            <a:r>
              <a:t>그래프가 커질수록 확정 노드 차이가 확대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무작위 30쌍의 중앙값 비교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다익스트라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A*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확정 노드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기준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1.7배 적음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실행 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기준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더 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실제 엔진의 축약 계층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3.6–3.7 성능과 엔진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DTUMOS 라우팅 엔진은 A* 대신 축약 계층(Contraction Hierarchies) 사용</a:t>
            </a:r>
          </a:p>
          <a:p>
            <a:pPr/>
            <a:r>
              <a:t>전처리: 중요도 낮은 노드 제거 후 대체 지름길 엣지 추가</a:t>
            </a:r>
          </a:p>
          <a:p>
            <a:pPr/>
            <a:r>
              <a:t>질의: 양쪽에서 계층 위쪽만 탐색 — 확정 노드 수백 개 수준</a:t>
            </a:r>
          </a:p>
          <a:p>
            <a:pPr/>
            <a:r>
              <a:t>비용 구조: 전처리 수 초에서 수 분, 질의 마이크로초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다익스트라: 미확정 노드 중 최근접 노드는 이미 최종 답</a:t>
            </a:r>
          </a:p>
          <a:p>
            <a:pPr lvl="1"/>
            <a:r>
              <a:t>성립 조건은 엣지 비용이 음수가 아닐 것</a:t>
            </a:r>
          </a:p>
          <a:p>
            <a:pPr/>
            <a:r>
              <a:t>질의 1회에 확정 4,500개, 경로에 쓰인 노드 83개</a:t>
            </a:r>
          </a:p>
          <a:p>
            <a:pPr/>
            <a:r>
              <a:t>A*는 확정 노드를 약 1.7배 줄이지만 파이썬에서는 더 느림</a:t>
            </a:r>
          </a:p>
          <a:p>
            <a:pPr/>
            <a:r>
              <a:t>무작위 노드 쌍의 6%는 경로 없음 — 시뮬레이터가 처리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교재 연습문제</a:t>
            </a:r>
          </a:p>
          <a:p>
            <a:pPr lvl="1"/>
            <a:r>
              <a:t>3.1 ★ 조기 종료 없는 일대다 탐색 — 확정 노드 수와 실행 시간 표</a:t>
            </a:r>
          </a:p>
          <a:p>
            <a:pPr lvl="1"/>
            <a:r>
              <a:t>3.2 ★★ 휴리스틱 1.5배 시 손실 — 불일치 건수와 확정 노드 감소율</a:t>
            </a:r>
          </a:p>
          <a:p>
            <a:pPr lvl="1"/>
            <a:r>
              <a:t>3.3 ★★★ 양방향 다익스트라와 종료 조건</a:t>
            </a:r>
          </a:p>
          <a:p>
            <a:pPr/>
            <a:r>
              <a:t>HW1 (4주차 09-22 마감) — B부가 오늘 구현한 다익스트라</a:t>
            </a:r>
          </a:p>
          <a:p>
            <a:pPr lvl="1"/>
            <a:r>
              <a:t>자가 채점 전체 통과, 막힌 지점 설명, 확정 노드 수 해석</a:t>
            </a:r>
          </a:p>
          <a:p>
            <a:pPr/>
            <a:r>
              <a:t>다음 장: 4장 시간대별 실측 속도를 반영한 경로 변화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4장 — 시간대별 속도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