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6장 도입부. 하남시청에서 오전 8시에 출발해 미사역까지 대중교통으로 몇 시에 도착하는지가 오늘의 질문이다.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6장 학습 목표와 같다. 화요일이 앞의 두 개, 수요일이 뒤의 두 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억지로 그래프를 만들 수는 있지만 크기와 재구성 비용에서 실패한다.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라운드마다 새로 도달한 정류장을 보관하고 그 정류장을 지나는 노선만 순회한다. 우선순위 큐도 정렬도 없이 순서대로 순회하기만 한다. 이 단순함이 RAPTOR가 빠른 이유다.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노선당 패턴 수는 96개 노선이 1개, 61개가 2개(상하행), 나머지 12개가 4개에서 22개다. 패턴이 22개인 노선은 지선이 여럿이거나 시간대별로 일부 구간을 생략하거나 회차 지점이 여러 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많은 패턴이 지나는 정류장이 어디인지 교재에서 함께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직선거리 기반 값은 낙관적이다. 한강을 사이에 둔 두 정류장이 직선 400 m면 환승이 생성되지만 실제로는 다리를 건너야 한다. 실제 엔진은 보행 네트워크에서 다익스트라로 이런 쌍을 제외한다.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상태 세 개만 이해하면 나머지는 반복문이다. 교재에서 raptor_core를 한 줄씩 함께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새로운 부분은 2단계다. 패턴을 한 번 순회하면서 탑승 상태를 유지하고 더 이른 운행이 있으면 교체한다.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라운드마다 이 정류장에 어떻게 도달했는지 기록해 두면 역방향으로 경로를 복원할 수 있다. 정리된 구현이 그렇게 되어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이동 시간보다 이동하지 않는 시간이 길다. 대중교통 개선이 배차간격과 접근성에 집중되는 이유이고, 기말 프로젝트 시나리오 선택의 근거가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늦게 출발했는데 더 일찍 도착하는 일은 있을 수 없다. 하나라도 나오면 구현이 틀린 것이다. 검증 코드는 tests/test_raptor.py에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하남시청에서 미사역까지 오전 8시는 23분이고 그중 차내가 6.6분이다. 이 수치가 7장 지표와 기말 프로젝트로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HW2 명세는 assignments/hw2.md에 있고 오늘 배포한다. 마감은 다음 주 화요일 10-06이다. 직접 구현한 RAPTOR를 참조 결과와 대조하고 차이를 설명하는 과제이므로, 오늘 구현을 각자 완성해 두어야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6장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6장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6장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6장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6장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6장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6장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5주차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대중교통 경로 탐색 — RAPTOR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6장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29일 (화) · 9월 30일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6장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같은 구간, 다른 비용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6.1 라운드 기반 탐색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시각-정류장 그래프의 한계  ·  2.2 라운드의 정의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6.2–6.4 세 가지 준비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노선이 아니라 패턴  ·  3.2 정류장에서 패턴으로의 역색인  ·  3.3 도보 환승 생성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6.5 알고리즘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상태와 라운드 0  ·  4.2 라운드 k의 네 단계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6.6 경로 복원과 지표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실행 결과  ·  5.2 이동하지 않는 시간이 더 김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6.7 검증과 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작은 시간표와 불변식  ·  6.2 오늘의 정리  ·  6.3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같은 구간, 다른 비용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같은 구간, 다른 비용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도로: 엣지 통과 시간이 42초로 고정</a:t>
            </a:r>
          </a:p>
          <a:p>
            <a:pPr/>
            <a:r>
              <a:t>대중교통: 정류장 도착 시각에 따라 비용 변동</a:t>
            </a:r>
          </a:p>
          <a:p>
            <a:pPr lvl="1"/>
            <a:r>
              <a:t>08:03 도착, 직전 차 08:01 출발 → 12분 대기</a:t>
            </a:r>
          </a:p>
          <a:p>
            <a:pPr lvl="1"/>
            <a:r>
              <a:t>08:00 도착 → 1분 대기</a:t>
            </a:r>
          </a:p>
          <a:p>
            <a:pPr/>
            <a:r>
              <a:t>3장 다익스트라를 그대로 적용 불가</a:t>
            </a:r>
          </a:p>
          <a:p>
            <a:pPr/>
            <a:r>
              <a:t>직접 구현 세 개 중 두 번째 · 약 150줄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대중교통 경로 탐색이 그래프 최단경로와 다른 이유 설명</a:t>
            </a:r>
          </a:p>
          <a:p>
            <a:pPr/>
            <a:r>
              <a:t>GTFS를 RAPTOR가 쓰는 네 개의 자료구조로 변환</a:t>
            </a:r>
          </a:p>
          <a:p>
            <a:pPr/>
            <a:r>
              <a:t>라운드 기반 탐색 구현과 경로 복원</a:t>
            </a:r>
          </a:p>
          <a:p>
            <a:pPr/>
            <a:r>
              <a:t>답을 아는 작은 시간표로 구현 검증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6.1 라운드 기반 탐색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시각-정류장 그래프의 한계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라운드의 정의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시각-정류장 그래프의 한계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6.1 라운드 기반 탐색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대안: 정류장과 시각의 쌍을 노드로 구성</a:t>
            </a:r>
          </a:p>
          <a:p>
            <a:pPr/>
            <a:r>
              <a:t>규모: 시각표 행 65만 개가 그대로 노드 수</a:t>
            </a:r>
          </a:p>
          <a:p>
            <a:pPr/>
            <a:r>
              <a:t>추가 문제: 출발 시각이 바뀔 때마다 재구성 필요</a:t>
            </a:r>
          </a:p>
          <a:p>
            <a:pPr/>
            <a:r>
              <a:t>RAPTOR의 관점: 환승 횟수를 라운드로 사용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라운드의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6.1 라운드 기반 탐색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라운드 0: 도보로 도달 가능한 정류장</a:t>
            </a:r>
          </a:p>
          <a:p>
            <a:pPr/>
            <a:r>
              <a:t>라운드 1: 한 번 탑승해 도달 가능한 정류장</a:t>
            </a:r>
          </a:p>
          <a:p>
            <a:pPr/>
            <a:r>
              <a:t>라운드 k: k번 탑승해 도달 가능한 정류장</a:t>
            </a:r>
          </a:p>
          <a:p>
            <a:pPr/>
            <a:r>
              <a:t>종료 조건: 환승은 대개 네다섯 번을 넘지 않음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6.2–6.4 세 가지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노선이 아니라 패턴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정류장에서 패턴으로의 역색인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도보 환승 생성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노선이 아니라 패턴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6.2–6.4 세 가지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route_id를 그대로 쓸 수 없는 이유: 상하행 순서 반대, 지선 분기</a:t>
            </a:r>
          </a:p>
          <a:p>
            <a:pPr/>
            <a:r>
              <a:t>패턴당 평균 26회 운행</a:t>
            </a:r>
          </a:p>
          <a:p>
            <a:pPr/>
            <a:r>
              <a:t>패턴 내 운행은 첫 정류장 출발 시각 순으로 정렬 — 이분 탐색 대비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하남 GTFS의 노선, 운행, 패턴 규모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단위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개수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뜻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노선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169개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GTFS의 route_id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운행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8,923개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개별 차량의 1회 운행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패턴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349개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정류장 순서가 완전히 같은 운행의 집합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정류장에서 패턴으로의 역색인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6.2–6.4 세 가지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필요: 라운드마다 이 정류장을 지나는 패턴 조회</a:t>
            </a:r>
          </a:p>
          <a:p>
            <a:pPr/>
            <a:r>
              <a:t>매번 349개 패턴을 순회하면 느림 — 사전에 역방향 색인 구성</a:t>
            </a:r>
          </a:p>
          <a:p>
            <a:pPr/>
            <a:r>
              <a:t>저장 내용: 패턴 번호와 그 패턴에서의 정류장 위치</a:t>
            </a:r>
          </a:p>
          <a:p>
            <a:pPr/>
            <a:r>
              <a:t>위치가 필요한 이유: 해당 지점부터 순회해야 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도보 환승 생성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6.2–6.4 세 가지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한국 GTFS에는 transfers 파일이 대부분 없음 — 직접 생성</a:t>
            </a:r>
          </a:p>
          <a:p>
            <a:pPr/>
            <a:r>
              <a:t>생성 규칙: 500 m 이내 정류장 쌍</a:t>
            </a:r>
          </a:p>
          <a:p>
            <a:pPr lvl="1"/>
            <a:r>
              <a:t>직선거리에 1.35를 곱해 우회 반영</a:t>
            </a:r>
          </a:p>
          <a:p>
            <a:pPr lvl="1"/>
            <a:r>
              <a:t>초속 1.2 m로 나눠 도보 시간 산출</a:t>
            </a:r>
          </a:p>
          <a:p>
            <a:pPr/>
            <a:r>
              <a:t>결과: 도보 환승 28,818쌍 · 정류장당 평균 7개</a:t>
            </a:r>
          </a:p>
          <a:p>
            <a:pPr/>
            <a:r>
              <a:t>평균이 큰 이유: 버스 정류장이 도로 양쪽에 하나씩 존재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6.5 알고리즘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상태와 라운드 0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라운드 k의 네 단계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상태와 라운드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6.5 알고리즘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best[정류장] — 현재까지 알아낸 가장 이른 도착 시각</a:t>
            </a:r>
          </a:p>
          <a:p>
            <a:pPr/>
            <a:r>
              <a:t>rounds[k][정류장] — k회 탑승으로 도달했을 때의 도착 시각</a:t>
            </a:r>
          </a:p>
          <a:p>
            <a:pPr/>
            <a:r>
              <a:t>marked — 직전 라운드에서 개선된 정류장 집합</a:t>
            </a:r>
          </a:p>
          <a:p>
            <a:pPr/>
            <a:r>
              <a:t>라운드 0: 출발지에서 도보로 닿는 정류장에 출발 시각 + 도보 시간 기록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라운드 k의 네 단계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6.5 알고리즘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1단계: 표시된 정류장이 속한 패턴 수집 — 가장 앞 위치부터 시작</a:t>
            </a:r>
          </a:p>
          <a:p>
            <a:pPr/>
            <a:r>
              <a:t>2단계: 각 패턴을 그 위치부터 끝까지 순회</a:t>
            </a:r>
          </a:p>
          <a:p>
            <a:pPr lvl="1"/>
            <a:r>
              <a:t>탑승 중이면 하차 시각 갱신 시도</a:t>
            </a:r>
          </a:p>
          <a:p>
            <a:pPr lvl="1"/>
            <a:r>
              <a:t>더 이른 운행이 있으면 그 운행으로 변경</a:t>
            </a:r>
          </a:p>
          <a:p>
            <a:pPr/>
            <a:r>
              <a:t>3단계: 이번 라운드 도달 정류장에서 도보 환승 반영</a:t>
            </a:r>
          </a:p>
          <a:p>
            <a:pPr/>
            <a:r>
              <a:t>4단계: 개선된 정류장이 없으면 종료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6.6 경로 복원과 지표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실행 결과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이동하지 않는 시간이 더 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실행 결과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6.6 경로 복원과 지표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한 번 실행으로 모든 정류장의 도착 시각 산출 — 일대다 결과</a:t>
            </a:r>
          </a:p>
          <a:p>
            <a:pPr/>
            <a:r>
              <a:t>다익스트라로 한 쌍씩 4,156회 질의하는 것보다 빠름</a:t>
            </a:r>
          </a:p>
          <a:p>
            <a:pPr/>
            <a:r>
              <a:t>접근성 지도를 그릴 때 이 성질을 그대로 사용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하남시청 출발 오전 8시 RAPTOR 실행 결과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항목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실행 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80 ms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도달 정류장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4,156개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전체 정류장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4,203개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이동하지 않는 시간이 더 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6.6 경로 복원과 지표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같은 구간 승용차 오전 첨두 소요시간은 약 8분</a:t>
            </a:r>
          </a:p>
          <a:p>
            <a:pPr/>
            <a:r>
              <a:t>대중교통이 세 배 가까이 소요</a:t>
            </a:r>
          </a:p>
          <a:p>
            <a:pPr/>
            <a:r>
              <a:t>개선 방향: 배차간격 단축과 정류장 접근성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3. 하남시청에서 미사역까지 오전 8시 출발 통행시간 내역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구분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시간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차내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6.6분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도보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11.2분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대기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합계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약 23분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6.7 검증과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작은 시간표와 불변식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6.3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작은 시간표와 불변식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6.7 검증과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실제 GTFS로는 정답을 손으로 확인 불가 — 답을 아는 소형 시간표 사용</a:t>
            </a:r>
          </a:p>
          <a:p>
            <a:pPr lvl="1"/>
            <a:r>
              <a:t>직통 도착, 환승 1회 도착, 출발 5분 지연 시 다음 차 탑승</a:t>
            </a:r>
          </a:p>
          <a:p>
            <a:pPr/>
            <a:r>
              <a:t>실제 피드에서는 불변식 확인</a:t>
            </a:r>
          </a:p>
          <a:p>
            <a:pPr lvl="1"/>
            <a:r>
              <a:t>30분 늦게 출발했는데 더 일찍 도착한 정류장이 0개</a:t>
            </a:r>
          </a:p>
          <a:p>
            <a:pPr lvl="1"/>
            <a:r>
              <a:t>새벽 3시 출발 시 도보로 닿는 정류장만 도달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6.7 검증과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대중교통은 도착 시각에 따라 비용이 변동 — 그래프 최단경로 사용 불가</a:t>
            </a:r>
          </a:p>
          <a:p>
            <a:pPr/>
            <a:r>
              <a:t>RAPTOR는 환승 횟수를 라운드로 사용, 우선순위 큐와 정렬이 없음</a:t>
            </a:r>
          </a:p>
          <a:p>
            <a:pPr/>
            <a:r>
              <a:t>운행 8,923개를 패턴 349개로 통합해 정류장 순서를 확정</a:t>
            </a:r>
          </a:p>
          <a:p>
            <a:pPr/>
            <a:r>
              <a:t>1회 실행에 80 ms, 정류장 4,156개의 도착 시각 산출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6.3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6.7 검증과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6.1 ★ — 출발 시각을 07시부터 23시까지 1시간 간격으로 변경</a:t>
            </a:r>
          </a:p>
          <a:p>
            <a:pPr lvl="1"/>
            <a:r>
              <a:t>산출물: 꺾은선 그래프 1장, 최장 시각과 추정 원인 2~3줄</a:t>
            </a:r>
          </a:p>
          <a:p>
            <a:pPr/>
            <a:r>
              <a:t>연습 6.2 ★★ — 최대 라운드를 1에서 5까지 변경했을 때 도달 정류장 수</a:t>
            </a:r>
          </a:p>
          <a:p>
            <a:pPr lvl="1"/>
            <a:r>
              <a:t>산출물: 라운드별 도달 정류장 표, 포화 지점 한 문장</a:t>
            </a:r>
          </a:p>
          <a:p>
            <a:pPr/>
            <a:r>
              <a:t>연습 6.3 ★★★ — 등시선 지도 2장과 출발지별 비교</a:t>
            </a:r>
          </a:p>
          <a:p>
            <a:pPr/>
            <a:r>
              <a:t>다음 장: 7장 환승 규칙 정교화와 요금 계산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7장 — 환승 규칙과 요금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